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Quattrocento Sans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4/4/0/4406dad8-3e4a-4b72-96d9-613b4b6fe736_large/illuminated-neural-network-stockcak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15602" y="1513046"/>
            <a:ext cx="2560320" cy="426720"/>
          </a:xfrm>
          <a:custGeom>
            <a:avLst/>
            <a:gdLst/>
            <a:ahLst/>
            <a:cxnLst/>
            <a:rect l="l" t="t" r="r" b="b"/>
            <a:pathLst>
              <a:path w="2560320" h="426720">
                <a:moveTo>
                  <a:pt x="213360" y="0"/>
                </a:moveTo>
                <a:lnTo>
                  <a:pt x="2346960" y="0"/>
                </a:lnTo>
                <a:cubicBezTo>
                  <a:pt x="2464795" y="0"/>
                  <a:pt x="2560320" y="95525"/>
                  <a:pt x="2560320" y="213360"/>
                </a:cubicBezTo>
                <a:lnTo>
                  <a:pt x="2560320" y="213360"/>
                </a:lnTo>
                <a:cubicBezTo>
                  <a:pt x="2560320" y="331195"/>
                  <a:pt x="2464795" y="426720"/>
                  <a:pt x="234696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05150" y="1631156"/>
            <a:ext cx="2181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 FOR INFINITY 2K26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05914" y="2172176"/>
            <a:ext cx="518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NeuroRead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54377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4105037" y="3886676"/>
            <a:ext cx="39814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the Web Accessible for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ADHD &amp; Dyslexic Minds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9436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103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 01: NeuroInclusive Tech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816471" y="59436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806946" y="621030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Infinity 2K26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561975" y="1828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82880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1336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ADHD &amp; Dyslexia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051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7051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561975" y="2895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28956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2004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Statistics &amp; Impact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7719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7719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75" y="3962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962400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Proof of Potential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2672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Famous Neurodivergent Leaders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8387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4838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" y="5029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02920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53340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Tools &amp; Gaps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16383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29350" y="1638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275" y="1828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8500" y="18288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21336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Introducing NeuroRead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27051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27051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89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275" y="2895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289560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Innovation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500" y="32004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Eight Powerful Tools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29350" y="37719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29350" y="37719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8900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391275" y="3962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48500" y="39624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8500" y="42672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Tools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29350" y="48387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29350" y="4838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Shape 47"/>
          <p:cNvSpPr/>
          <p:nvPr/>
        </p:nvSpPr>
        <p:spPr>
          <a:xfrm>
            <a:off x="643890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6391275" y="5029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0292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Use Cases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8500" y="53340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ADHD &amp; Dyslexia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89710"/>
            <a:ext cx="5551170" cy="4055745"/>
          </a:xfrm>
          <a:custGeom>
            <a:avLst/>
            <a:gdLst/>
            <a:ahLst/>
            <a:cxnLst/>
            <a:rect l="l" t="t" r="r" b="b"/>
            <a:pathLst>
              <a:path w="5551170" h="4055745">
                <a:moveTo>
                  <a:pt x="76207" y="0"/>
                </a:moveTo>
                <a:lnTo>
                  <a:pt x="5474963" y="0"/>
                </a:lnTo>
                <a:cubicBezTo>
                  <a:pt x="5517051" y="0"/>
                  <a:pt x="5551170" y="34119"/>
                  <a:pt x="5551170" y="76207"/>
                </a:cubicBezTo>
                <a:lnTo>
                  <a:pt x="5551170" y="3979538"/>
                </a:lnTo>
                <a:cubicBezTo>
                  <a:pt x="5551170" y="4021626"/>
                  <a:pt x="5517051" y="4055745"/>
                  <a:pt x="5474963" y="4055745"/>
                </a:cubicBezTo>
                <a:lnTo>
                  <a:pt x="76207" y="4055745"/>
                </a:lnTo>
                <a:cubicBezTo>
                  <a:pt x="34119" y="4055745"/>
                  <a:pt x="0" y="4021626"/>
                  <a:pt x="0" y="397953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722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18745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83642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Dyslexia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407920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neurological difference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how the brain processes language. Not a disease or reflection of intelligence—rather, a specific "wiring" that affects reading, writing, and spelling.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3303270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9620" y="3455670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9620" y="372237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"Different ways of thinking, not deficits"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6270" y="45205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447294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global population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270" y="482536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08" y="4777741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in families (genetic component)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6270" y="513016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60108" y="5082541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accompanied by strengths in creativity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2210" y="1489710"/>
            <a:ext cx="5551170" cy="4055745"/>
          </a:xfrm>
          <a:custGeom>
            <a:avLst/>
            <a:gdLst/>
            <a:ahLst/>
            <a:cxnLst/>
            <a:rect l="l" t="t" r="r" b="b"/>
            <a:pathLst>
              <a:path w="5551170" h="4055745">
                <a:moveTo>
                  <a:pt x="76207" y="0"/>
                </a:moveTo>
                <a:lnTo>
                  <a:pt x="5474963" y="0"/>
                </a:lnTo>
                <a:cubicBezTo>
                  <a:pt x="5517051" y="0"/>
                  <a:pt x="5551170" y="34119"/>
                  <a:pt x="5551170" y="76207"/>
                </a:cubicBezTo>
                <a:lnTo>
                  <a:pt x="5551170" y="3979538"/>
                </a:lnTo>
                <a:cubicBezTo>
                  <a:pt x="5551170" y="4021626"/>
                  <a:pt x="5517051" y="4055745"/>
                  <a:pt x="5474963" y="4055745"/>
                </a:cubicBezTo>
                <a:lnTo>
                  <a:pt x="76207" y="4055745"/>
                </a:lnTo>
                <a:cubicBezTo>
                  <a:pt x="34119" y="4055745"/>
                  <a:pt x="0" y="4021626"/>
                  <a:pt x="0" y="397953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620" y="1722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51307" y="18745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7170420" y="1836420"/>
            <a:ext cx="75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ADHD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4620" y="2407920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neurodevelopmental condition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affecting focus, impulse control, and energy levels. Divided into three types: Inattentive, Hyperactive-Impulsive, and Combined.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4620" y="3303270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37020" y="3455670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37020" y="372237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"Hyperfocus is a superpower"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03670" y="45205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6727507" y="4472940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5-7%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children,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2.5-4%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adults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03670" y="482536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0" name="Text 28"/>
          <p:cNvSpPr/>
          <p:nvPr/>
        </p:nvSpPr>
        <p:spPr>
          <a:xfrm>
            <a:off x="6727507" y="4777741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co-occurs with dyslexia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03670" y="513016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6727507" y="5082541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Associated with creativity &amp; innovation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570357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8" y="58902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50570" y="5859780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Message: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conditions represent 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cognitive wiring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deficits—often accompanied by unique strengths in creativity, problem-solving, and innovation.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1257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spc="59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DAILY STRUGGLE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79430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Symptoms &amp;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207876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1236" y="1475874"/>
            <a:ext cx="3659487" cy="5386373"/>
          </a:xfrm>
          <a:custGeom>
            <a:avLst/>
            <a:gdLst/>
            <a:ahLst/>
            <a:cxnLst/>
            <a:rect l="l" t="t" r="r" b="b"/>
            <a:pathLst>
              <a:path w="3659487" h="5386373">
                <a:moveTo>
                  <a:pt x="75495" y="0"/>
                </a:moveTo>
                <a:lnTo>
                  <a:pt x="3583992" y="0"/>
                </a:lnTo>
                <a:cubicBezTo>
                  <a:pt x="3625687" y="0"/>
                  <a:pt x="3659487" y="33800"/>
                  <a:pt x="3659487" y="75495"/>
                </a:cubicBezTo>
                <a:lnTo>
                  <a:pt x="3659487" y="5310878"/>
                </a:lnTo>
                <a:cubicBezTo>
                  <a:pt x="3659487" y="5352572"/>
                  <a:pt x="3625687" y="5386373"/>
                  <a:pt x="3583992" y="5386373"/>
                </a:cubicBezTo>
                <a:lnTo>
                  <a:pt x="75495" y="5386373"/>
                </a:lnTo>
                <a:cubicBezTo>
                  <a:pt x="33800" y="5386373"/>
                  <a:pt x="0" y="5352572"/>
                  <a:pt x="0" y="5310878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3741" y="166837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9902" y="1772181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84929" y="50426"/>
                </a:moveTo>
                <a:cubicBezTo>
                  <a:pt x="101042" y="50426"/>
                  <a:pt x="114123" y="37345"/>
                  <a:pt x="114123" y="21232"/>
                </a:cubicBezTo>
                <a:cubicBezTo>
                  <a:pt x="114123" y="5119"/>
                  <a:pt x="101042" y="-7962"/>
                  <a:pt x="84929" y="-7962"/>
                </a:cubicBezTo>
                <a:cubicBezTo>
                  <a:pt x="68816" y="-7962"/>
                  <a:pt x="55735" y="5119"/>
                  <a:pt x="55735" y="21232"/>
                </a:cubicBezTo>
                <a:cubicBezTo>
                  <a:pt x="55735" y="37345"/>
                  <a:pt x="68816" y="50426"/>
                  <a:pt x="84929" y="50426"/>
                </a:cubicBezTo>
                <a:close/>
                <a:moveTo>
                  <a:pt x="84929" y="149521"/>
                </a:moveTo>
                <a:lnTo>
                  <a:pt x="84929" y="99990"/>
                </a:lnTo>
                <a:cubicBezTo>
                  <a:pt x="90336" y="97734"/>
                  <a:pt x="95843" y="95445"/>
                  <a:pt x="101417" y="93123"/>
                </a:cubicBezTo>
                <a:cubicBezTo>
                  <a:pt x="114355" y="87749"/>
                  <a:pt x="128223" y="84962"/>
                  <a:pt x="142256" y="84962"/>
                </a:cubicBezTo>
                <a:lnTo>
                  <a:pt x="148625" y="84962"/>
                </a:lnTo>
                <a:lnTo>
                  <a:pt x="148625" y="138042"/>
                </a:lnTo>
                <a:lnTo>
                  <a:pt x="142256" y="138042"/>
                </a:lnTo>
                <a:cubicBezTo>
                  <a:pt x="122649" y="138042"/>
                  <a:pt x="103208" y="141924"/>
                  <a:pt x="85095" y="149488"/>
                </a:cubicBezTo>
                <a:lnTo>
                  <a:pt x="84929" y="149554"/>
                </a:lnTo>
                <a:close/>
                <a:moveTo>
                  <a:pt x="84929" y="76967"/>
                </a:moveTo>
                <a:lnTo>
                  <a:pt x="76602" y="73483"/>
                </a:lnTo>
                <a:cubicBezTo>
                  <a:pt x="61076" y="67014"/>
                  <a:pt x="44422" y="63697"/>
                  <a:pt x="27602" y="63697"/>
                </a:cubicBezTo>
                <a:lnTo>
                  <a:pt x="15924" y="63697"/>
                </a:lnTo>
                <a:cubicBezTo>
                  <a:pt x="7133" y="63697"/>
                  <a:pt x="0" y="70829"/>
                  <a:pt x="0" y="79621"/>
                </a:cubicBezTo>
                <a:lnTo>
                  <a:pt x="0" y="143317"/>
                </a:lnTo>
                <a:cubicBezTo>
                  <a:pt x="0" y="152109"/>
                  <a:pt x="7133" y="159241"/>
                  <a:pt x="15924" y="159241"/>
                </a:cubicBezTo>
                <a:lnTo>
                  <a:pt x="27602" y="159241"/>
                </a:lnTo>
                <a:cubicBezTo>
                  <a:pt x="44422" y="159241"/>
                  <a:pt x="61076" y="162559"/>
                  <a:pt x="76602" y="169028"/>
                </a:cubicBezTo>
                <a:lnTo>
                  <a:pt x="80848" y="170786"/>
                </a:lnTo>
                <a:cubicBezTo>
                  <a:pt x="83469" y="171881"/>
                  <a:pt x="86389" y="171881"/>
                  <a:pt x="89009" y="170786"/>
                </a:cubicBezTo>
                <a:lnTo>
                  <a:pt x="93256" y="169028"/>
                </a:lnTo>
                <a:cubicBezTo>
                  <a:pt x="108782" y="162559"/>
                  <a:pt x="125436" y="159241"/>
                  <a:pt x="142256" y="159241"/>
                </a:cubicBezTo>
                <a:lnTo>
                  <a:pt x="153933" y="159241"/>
                </a:lnTo>
                <a:cubicBezTo>
                  <a:pt x="162725" y="159241"/>
                  <a:pt x="169858" y="152109"/>
                  <a:pt x="169858" y="143317"/>
                </a:cubicBezTo>
                <a:lnTo>
                  <a:pt x="169858" y="79621"/>
                </a:lnTo>
                <a:cubicBezTo>
                  <a:pt x="169858" y="70829"/>
                  <a:pt x="162725" y="63697"/>
                  <a:pt x="153933" y="63697"/>
                </a:cubicBezTo>
                <a:lnTo>
                  <a:pt x="142256" y="63697"/>
                </a:lnTo>
                <a:cubicBezTo>
                  <a:pt x="125436" y="63697"/>
                  <a:pt x="108782" y="67014"/>
                  <a:pt x="93256" y="73483"/>
                </a:cubicBezTo>
                <a:lnTo>
                  <a:pt x="84929" y="7696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64441" y="1724999"/>
            <a:ext cx="81154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Dyslexia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3741" y="2196825"/>
            <a:ext cx="3274477" cy="1547591"/>
          </a:xfrm>
          <a:custGeom>
            <a:avLst/>
            <a:gdLst/>
            <a:ahLst/>
            <a:cxnLst/>
            <a:rect l="l" t="t" r="r" b="b"/>
            <a:pathLst>
              <a:path w="3274477" h="1547591">
                <a:moveTo>
                  <a:pt x="75492" y="0"/>
                </a:moveTo>
                <a:lnTo>
                  <a:pt x="3198985" y="0"/>
                </a:lnTo>
                <a:cubicBezTo>
                  <a:pt x="3240678" y="0"/>
                  <a:pt x="3274477" y="33799"/>
                  <a:pt x="3274477" y="75492"/>
                </a:cubicBezTo>
                <a:lnTo>
                  <a:pt x="3274477" y="1472100"/>
                </a:lnTo>
                <a:cubicBezTo>
                  <a:pt x="3274477" y="1513793"/>
                  <a:pt x="3240678" y="1547591"/>
                  <a:pt x="3198985" y="1547591"/>
                </a:cubicBezTo>
                <a:lnTo>
                  <a:pt x="75492" y="1547591"/>
                </a:lnTo>
                <a:cubicBezTo>
                  <a:pt x="33799" y="1547591"/>
                  <a:pt x="0" y="1513793"/>
                  <a:pt x="0" y="1472100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6980" y="2310064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TEENS &amp; ADULTS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6980" y="2536540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Very slow reading speed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980" y="2763017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Avoiding reading aloud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6980" y="2989494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Difficulty summarizing stories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6980" y="3215971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"Mental fatigue" after short reading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6980" y="3442448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Trouble with time management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3741" y="3857655"/>
            <a:ext cx="3274477" cy="1094638"/>
          </a:xfrm>
          <a:custGeom>
            <a:avLst/>
            <a:gdLst/>
            <a:ahLst/>
            <a:cxnLst/>
            <a:rect l="l" t="t" r="r" b="b"/>
            <a:pathLst>
              <a:path w="3274477" h="1094638">
                <a:moveTo>
                  <a:pt x="75497" y="0"/>
                </a:moveTo>
                <a:lnTo>
                  <a:pt x="3198980" y="0"/>
                </a:lnTo>
                <a:cubicBezTo>
                  <a:pt x="3240676" y="0"/>
                  <a:pt x="3274477" y="33801"/>
                  <a:pt x="3274477" y="75497"/>
                </a:cubicBezTo>
                <a:lnTo>
                  <a:pt x="3274477" y="1019141"/>
                </a:lnTo>
                <a:cubicBezTo>
                  <a:pt x="3274477" y="1060837"/>
                  <a:pt x="3240676" y="1094638"/>
                  <a:pt x="3198980" y="1094638"/>
                </a:cubicBezTo>
                <a:lnTo>
                  <a:pt x="75497" y="1094638"/>
                </a:lnTo>
                <a:cubicBezTo>
                  <a:pt x="33801" y="1094638"/>
                  <a:pt x="0" y="1060837"/>
                  <a:pt x="0" y="1019141"/>
                </a:cubicBezTo>
                <a:lnTo>
                  <a:pt x="0" y="75497"/>
                </a:lnTo>
                <a:cubicBezTo>
                  <a:pt x="0" y="33801"/>
                  <a:pt x="33801" y="0"/>
                  <a:pt x="754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6980" y="3970893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SCHOOL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6980" y="4197370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Trouble matching letters to sounds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6980" y="4423847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Confusing similar letters (b/d, p/q)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980" y="4650324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Inconsistent spelling in same paragraph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516" y="5069306"/>
            <a:ext cx="3263153" cy="837964"/>
          </a:xfrm>
          <a:custGeom>
            <a:avLst/>
            <a:gdLst/>
            <a:ahLst/>
            <a:cxnLst/>
            <a:rect l="l" t="t" r="r" b="b"/>
            <a:pathLst>
              <a:path w="3263153" h="837964">
                <a:moveTo>
                  <a:pt x="75492" y="0"/>
                </a:moveTo>
                <a:lnTo>
                  <a:pt x="3187661" y="0"/>
                </a:lnTo>
                <a:cubicBezTo>
                  <a:pt x="3229326" y="0"/>
                  <a:pt x="3263153" y="33827"/>
                  <a:pt x="3263153" y="75492"/>
                </a:cubicBezTo>
                <a:lnTo>
                  <a:pt x="3263153" y="762472"/>
                </a:lnTo>
                <a:cubicBezTo>
                  <a:pt x="3263153" y="804165"/>
                  <a:pt x="3229354" y="837964"/>
                  <a:pt x="3187661" y="837964"/>
                </a:cubicBezTo>
                <a:lnTo>
                  <a:pt x="75492" y="837964"/>
                </a:lnTo>
                <a:cubicBezTo>
                  <a:pt x="33827" y="837964"/>
                  <a:pt x="0" y="804137"/>
                  <a:pt x="0" y="762472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529" y="5186319"/>
            <a:ext cx="309518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CROWDING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529" y="5412796"/>
            <a:ext cx="3095183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Letters blur, "swim," or shift because the brain is overwhelmed by surrounding text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0385" y="1475874"/>
            <a:ext cx="3659487" cy="5386373"/>
          </a:xfrm>
          <a:custGeom>
            <a:avLst/>
            <a:gdLst/>
            <a:ahLst/>
            <a:cxnLst/>
            <a:rect l="l" t="t" r="r" b="b"/>
            <a:pathLst>
              <a:path w="3659487" h="5386373">
                <a:moveTo>
                  <a:pt x="75495" y="0"/>
                </a:moveTo>
                <a:lnTo>
                  <a:pt x="3583992" y="0"/>
                </a:lnTo>
                <a:cubicBezTo>
                  <a:pt x="3625687" y="0"/>
                  <a:pt x="3659487" y="33800"/>
                  <a:pt x="3659487" y="75495"/>
                </a:cubicBezTo>
                <a:lnTo>
                  <a:pt x="3659487" y="5310878"/>
                </a:lnTo>
                <a:cubicBezTo>
                  <a:pt x="3659487" y="5352572"/>
                  <a:pt x="3625687" y="5386373"/>
                  <a:pt x="3583992" y="5386373"/>
                </a:cubicBezTo>
                <a:lnTo>
                  <a:pt x="75495" y="5386373"/>
                </a:lnTo>
                <a:cubicBezTo>
                  <a:pt x="33800" y="5386373"/>
                  <a:pt x="0" y="5352572"/>
                  <a:pt x="0" y="5310878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890" y="166837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9667" y="1772181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85095" y="-10616"/>
                </a:moveTo>
                <a:cubicBezTo>
                  <a:pt x="95348" y="-10616"/>
                  <a:pt x="103673" y="-2291"/>
                  <a:pt x="103673" y="7962"/>
                </a:cubicBezTo>
                <a:cubicBezTo>
                  <a:pt x="103673" y="18216"/>
                  <a:pt x="95348" y="26540"/>
                  <a:pt x="85095" y="26540"/>
                </a:cubicBezTo>
                <a:cubicBezTo>
                  <a:pt x="74841" y="26540"/>
                  <a:pt x="66516" y="18216"/>
                  <a:pt x="66516" y="7962"/>
                </a:cubicBezTo>
                <a:cubicBezTo>
                  <a:pt x="66516" y="-2291"/>
                  <a:pt x="74841" y="-10616"/>
                  <a:pt x="85095" y="-10616"/>
                </a:cubicBezTo>
                <a:close/>
                <a:moveTo>
                  <a:pt x="41005" y="58389"/>
                </a:moveTo>
                <a:cubicBezTo>
                  <a:pt x="39910" y="58389"/>
                  <a:pt x="38948" y="59052"/>
                  <a:pt x="38550" y="60047"/>
                </a:cubicBezTo>
                <a:lnTo>
                  <a:pt x="31251" y="78261"/>
                </a:lnTo>
                <a:cubicBezTo>
                  <a:pt x="29062" y="83701"/>
                  <a:pt x="22891" y="86355"/>
                  <a:pt x="17450" y="84166"/>
                </a:cubicBezTo>
                <a:cubicBezTo>
                  <a:pt x="12009" y="81976"/>
                  <a:pt x="9355" y="75806"/>
                  <a:pt x="11545" y="70365"/>
                </a:cubicBezTo>
                <a:lnTo>
                  <a:pt x="18810" y="52152"/>
                </a:lnTo>
                <a:cubicBezTo>
                  <a:pt x="22460" y="43095"/>
                  <a:pt x="31218" y="37156"/>
                  <a:pt x="41005" y="37156"/>
                </a:cubicBezTo>
                <a:lnTo>
                  <a:pt x="73284" y="37156"/>
                </a:lnTo>
                <a:cubicBezTo>
                  <a:pt x="82739" y="37156"/>
                  <a:pt x="91464" y="42166"/>
                  <a:pt x="96208" y="50327"/>
                </a:cubicBezTo>
                <a:lnTo>
                  <a:pt x="107090" y="69005"/>
                </a:lnTo>
                <a:lnTo>
                  <a:pt x="127526" y="69005"/>
                </a:lnTo>
                <a:cubicBezTo>
                  <a:pt x="133398" y="69005"/>
                  <a:pt x="138142" y="73749"/>
                  <a:pt x="138142" y="79621"/>
                </a:cubicBezTo>
                <a:cubicBezTo>
                  <a:pt x="138142" y="85493"/>
                  <a:pt x="133398" y="90237"/>
                  <a:pt x="127526" y="90237"/>
                </a:cubicBezTo>
                <a:lnTo>
                  <a:pt x="107090" y="90237"/>
                </a:lnTo>
                <a:cubicBezTo>
                  <a:pt x="99526" y="90237"/>
                  <a:pt x="92559" y="86223"/>
                  <a:pt x="88744" y="79687"/>
                </a:cubicBezTo>
                <a:lnTo>
                  <a:pt x="85426" y="74014"/>
                </a:lnTo>
                <a:lnTo>
                  <a:pt x="78559" y="97370"/>
                </a:lnTo>
                <a:lnTo>
                  <a:pt x="103573" y="104867"/>
                </a:lnTo>
                <a:cubicBezTo>
                  <a:pt x="112763" y="107621"/>
                  <a:pt x="117441" y="117806"/>
                  <a:pt x="113559" y="126597"/>
                </a:cubicBezTo>
                <a:lnTo>
                  <a:pt x="94782" y="168862"/>
                </a:lnTo>
                <a:cubicBezTo>
                  <a:pt x="92393" y="174237"/>
                  <a:pt x="86123" y="176625"/>
                  <a:pt x="80782" y="174237"/>
                </a:cubicBezTo>
                <a:cubicBezTo>
                  <a:pt x="75441" y="171848"/>
                  <a:pt x="73019" y="165578"/>
                  <a:pt x="75407" y="160237"/>
                </a:cubicBezTo>
                <a:lnTo>
                  <a:pt x="91730" y="123479"/>
                </a:lnTo>
                <a:lnTo>
                  <a:pt x="59915" y="113924"/>
                </a:lnTo>
                <a:cubicBezTo>
                  <a:pt x="49066" y="110673"/>
                  <a:pt x="42663" y="99426"/>
                  <a:pt x="45417" y="88445"/>
                </a:cubicBezTo>
                <a:lnTo>
                  <a:pt x="52948" y="58389"/>
                </a:lnTo>
                <a:lnTo>
                  <a:pt x="41038" y="58389"/>
                </a:lnTo>
                <a:close/>
                <a:moveTo>
                  <a:pt x="38351" y="118436"/>
                </a:moveTo>
                <a:cubicBezTo>
                  <a:pt x="42763" y="123379"/>
                  <a:pt x="48535" y="127161"/>
                  <a:pt x="55336" y="129185"/>
                </a:cubicBezTo>
                <a:lnTo>
                  <a:pt x="56896" y="129649"/>
                </a:lnTo>
                <a:lnTo>
                  <a:pt x="54607" y="136052"/>
                </a:lnTo>
                <a:cubicBezTo>
                  <a:pt x="52682" y="141460"/>
                  <a:pt x="49299" y="146270"/>
                  <a:pt x="44886" y="149919"/>
                </a:cubicBezTo>
                <a:lnTo>
                  <a:pt x="17550" y="172445"/>
                </a:lnTo>
                <a:cubicBezTo>
                  <a:pt x="13038" y="176161"/>
                  <a:pt x="6336" y="175531"/>
                  <a:pt x="2621" y="171019"/>
                </a:cubicBezTo>
                <a:cubicBezTo>
                  <a:pt x="-1095" y="166507"/>
                  <a:pt x="-464" y="159805"/>
                  <a:pt x="4047" y="156090"/>
                </a:cubicBezTo>
                <a:lnTo>
                  <a:pt x="31384" y="133564"/>
                </a:lnTo>
                <a:cubicBezTo>
                  <a:pt x="32877" y="132336"/>
                  <a:pt x="33972" y="130744"/>
                  <a:pt x="34635" y="128952"/>
                </a:cubicBezTo>
                <a:lnTo>
                  <a:pt x="38351" y="118436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953590" y="1724999"/>
            <a:ext cx="613375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ADHD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2890" y="2196825"/>
            <a:ext cx="3274477" cy="1321115"/>
          </a:xfrm>
          <a:custGeom>
            <a:avLst/>
            <a:gdLst/>
            <a:ahLst/>
            <a:cxnLst/>
            <a:rect l="l" t="t" r="r" b="b"/>
            <a:pathLst>
              <a:path w="3274477" h="1321115">
                <a:moveTo>
                  <a:pt x="75488" y="0"/>
                </a:moveTo>
                <a:lnTo>
                  <a:pt x="3198988" y="0"/>
                </a:lnTo>
                <a:cubicBezTo>
                  <a:pt x="3240679" y="0"/>
                  <a:pt x="3274477" y="33797"/>
                  <a:pt x="3274477" y="75488"/>
                </a:cubicBezTo>
                <a:lnTo>
                  <a:pt x="3274477" y="1245626"/>
                </a:lnTo>
                <a:cubicBezTo>
                  <a:pt x="3274477" y="1287317"/>
                  <a:pt x="3240679" y="1321115"/>
                  <a:pt x="3198988" y="1321115"/>
                </a:cubicBezTo>
                <a:lnTo>
                  <a:pt x="75488" y="1321115"/>
                </a:lnTo>
                <a:cubicBezTo>
                  <a:pt x="33797" y="1321115"/>
                  <a:pt x="0" y="1287317"/>
                  <a:pt x="0" y="1245626"/>
                </a:cubicBezTo>
                <a:lnTo>
                  <a:pt x="0" y="75488"/>
                </a:lnTo>
                <a:cubicBezTo>
                  <a:pt x="0" y="33797"/>
                  <a:pt x="33797" y="0"/>
                  <a:pt x="754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6128" y="2310064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INATTENTION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6128" y="2536540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Difficulty staying on task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6128" y="2763017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"Time blindness" (losing track of time)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6128" y="2989494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Losing things frequently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6128" y="3215971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Getting sidetracked easily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62890" y="3631178"/>
            <a:ext cx="3274477" cy="1094638"/>
          </a:xfrm>
          <a:custGeom>
            <a:avLst/>
            <a:gdLst/>
            <a:ahLst/>
            <a:cxnLst/>
            <a:rect l="l" t="t" r="r" b="b"/>
            <a:pathLst>
              <a:path w="3274477" h="1094638">
                <a:moveTo>
                  <a:pt x="75497" y="0"/>
                </a:moveTo>
                <a:lnTo>
                  <a:pt x="3198980" y="0"/>
                </a:lnTo>
                <a:cubicBezTo>
                  <a:pt x="3240676" y="0"/>
                  <a:pt x="3274477" y="33801"/>
                  <a:pt x="3274477" y="75497"/>
                </a:cubicBezTo>
                <a:lnTo>
                  <a:pt x="3274477" y="1019141"/>
                </a:lnTo>
                <a:cubicBezTo>
                  <a:pt x="3274477" y="1060837"/>
                  <a:pt x="3240676" y="1094638"/>
                  <a:pt x="3198980" y="1094638"/>
                </a:cubicBezTo>
                <a:lnTo>
                  <a:pt x="75497" y="1094638"/>
                </a:lnTo>
                <a:cubicBezTo>
                  <a:pt x="33801" y="1094638"/>
                  <a:pt x="0" y="1060837"/>
                  <a:pt x="0" y="1019141"/>
                </a:cubicBezTo>
                <a:lnTo>
                  <a:pt x="0" y="75497"/>
                </a:lnTo>
                <a:cubicBezTo>
                  <a:pt x="0" y="33801"/>
                  <a:pt x="33801" y="0"/>
                  <a:pt x="754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6128" y="3744417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HYPERACTIVITY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6128" y="3970893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Constant fidgeting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6128" y="4197370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Feeling "driven by a motor"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6128" y="4423847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Struggling to sit still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62890" y="4839054"/>
            <a:ext cx="3274477" cy="868161"/>
          </a:xfrm>
          <a:custGeom>
            <a:avLst/>
            <a:gdLst/>
            <a:ahLst/>
            <a:cxnLst/>
            <a:rect l="l" t="t" r="r" b="b"/>
            <a:pathLst>
              <a:path w="3274477" h="868161">
                <a:moveTo>
                  <a:pt x="75495" y="0"/>
                </a:moveTo>
                <a:lnTo>
                  <a:pt x="3198982" y="0"/>
                </a:lnTo>
                <a:cubicBezTo>
                  <a:pt x="3240676" y="0"/>
                  <a:pt x="3274477" y="33800"/>
                  <a:pt x="3274477" y="75495"/>
                </a:cubicBezTo>
                <a:lnTo>
                  <a:pt x="3274477" y="792666"/>
                </a:lnTo>
                <a:cubicBezTo>
                  <a:pt x="3274477" y="834361"/>
                  <a:pt x="3240676" y="868161"/>
                  <a:pt x="3198982" y="868161"/>
                </a:cubicBezTo>
                <a:lnTo>
                  <a:pt x="75495" y="868161"/>
                </a:lnTo>
                <a:cubicBezTo>
                  <a:pt x="33828" y="868161"/>
                  <a:pt x="0" y="834333"/>
                  <a:pt x="0" y="792666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6128" y="4952293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IMPULSIVITY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6128" y="5178770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Interrupting others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6128" y="5405246"/>
            <a:ext cx="31140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Quick decisions without thinking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66665" y="5824228"/>
            <a:ext cx="3263153" cy="837964"/>
          </a:xfrm>
          <a:custGeom>
            <a:avLst/>
            <a:gdLst/>
            <a:ahLst/>
            <a:cxnLst/>
            <a:rect l="l" t="t" r="r" b="b"/>
            <a:pathLst>
              <a:path w="3263153" h="837964">
                <a:moveTo>
                  <a:pt x="75492" y="0"/>
                </a:moveTo>
                <a:lnTo>
                  <a:pt x="3187661" y="0"/>
                </a:lnTo>
                <a:cubicBezTo>
                  <a:pt x="3229326" y="0"/>
                  <a:pt x="3263153" y="33827"/>
                  <a:pt x="3263153" y="75492"/>
                </a:cubicBezTo>
                <a:lnTo>
                  <a:pt x="3263153" y="762472"/>
                </a:lnTo>
                <a:cubicBezTo>
                  <a:pt x="3263153" y="804165"/>
                  <a:pt x="3229354" y="837964"/>
                  <a:pt x="3187661" y="837964"/>
                </a:cubicBezTo>
                <a:lnTo>
                  <a:pt x="75492" y="837964"/>
                </a:lnTo>
                <a:cubicBezTo>
                  <a:pt x="33827" y="837964"/>
                  <a:pt x="0" y="804137"/>
                  <a:pt x="0" y="762472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83678" y="5941242"/>
            <a:ext cx="309518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HYPERFOCUS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83678" y="6167719"/>
            <a:ext cx="3095183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"superpower" where individuals become so engrossed they lose track of everything else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59652" y="1475874"/>
            <a:ext cx="3659487" cy="5386373"/>
          </a:xfrm>
          <a:custGeom>
            <a:avLst/>
            <a:gdLst/>
            <a:ahLst/>
            <a:cxnLst/>
            <a:rect l="l" t="t" r="r" b="b"/>
            <a:pathLst>
              <a:path w="3659487" h="5386373">
                <a:moveTo>
                  <a:pt x="75495" y="0"/>
                </a:moveTo>
                <a:lnTo>
                  <a:pt x="3583992" y="0"/>
                </a:lnTo>
                <a:cubicBezTo>
                  <a:pt x="3625687" y="0"/>
                  <a:pt x="3659487" y="33800"/>
                  <a:pt x="3659487" y="75495"/>
                </a:cubicBezTo>
                <a:lnTo>
                  <a:pt x="3659487" y="5310878"/>
                </a:lnTo>
                <a:cubicBezTo>
                  <a:pt x="3659487" y="5352572"/>
                  <a:pt x="3625687" y="5386373"/>
                  <a:pt x="3583992" y="5386373"/>
                </a:cubicBezTo>
                <a:lnTo>
                  <a:pt x="75495" y="5386373"/>
                </a:lnTo>
                <a:cubicBezTo>
                  <a:pt x="33800" y="5386373"/>
                  <a:pt x="0" y="5352572"/>
                  <a:pt x="0" y="5310878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52157" y="166837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58318" y="1772181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84929" y="0"/>
                </a:moveTo>
                <a:cubicBezTo>
                  <a:pt x="89806" y="0"/>
                  <a:pt x="94284" y="2687"/>
                  <a:pt x="96607" y="6967"/>
                </a:cubicBezTo>
                <a:lnTo>
                  <a:pt x="168265" y="139668"/>
                </a:lnTo>
                <a:cubicBezTo>
                  <a:pt x="170488" y="143782"/>
                  <a:pt x="170388" y="148758"/>
                  <a:pt x="168000" y="152772"/>
                </a:cubicBezTo>
                <a:cubicBezTo>
                  <a:pt x="165611" y="156787"/>
                  <a:pt x="161265" y="159241"/>
                  <a:pt x="156587" y="159241"/>
                </a:cubicBezTo>
                <a:lnTo>
                  <a:pt x="13270" y="159241"/>
                </a:lnTo>
                <a:cubicBezTo>
                  <a:pt x="8592" y="159241"/>
                  <a:pt x="4280" y="156787"/>
                  <a:pt x="1858" y="152772"/>
                </a:cubicBezTo>
                <a:cubicBezTo>
                  <a:pt x="-564" y="148758"/>
                  <a:pt x="-630" y="143782"/>
                  <a:pt x="1592" y="139668"/>
                </a:cubicBezTo>
                <a:lnTo>
                  <a:pt x="73251" y="6967"/>
                </a:lnTo>
                <a:cubicBezTo>
                  <a:pt x="75573" y="2687"/>
                  <a:pt x="80052" y="0"/>
                  <a:pt x="84929" y="0"/>
                </a:cubicBezTo>
                <a:close/>
                <a:moveTo>
                  <a:pt x="84929" y="55735"/>
                </a:moveTo>
                <a:cubicBezTo>
                  <a:pt x="80516" y="55735"/>
                  <a:pt x="76967" y="59284"/>
                  <a:pt x="76967" y="63697"/>
                </a:cubicBezTo>
                <a:lnTo>
                  <a:pt x="76967" y="100853"/>
                </a:lnTo>
                <a:cubicBezTo>
                  <a:pt x="76967" y="105265"/>
                  <a:pt x="80516" y="108815"/>
                  <a:pt x="84929" y="108815"/>
                </a:cubicBezTo>
                <a:cubicBezTo>
                  <a:pt x="89341" y="108815"/>
                  <a:pt x="92891" y="105265"/>
                  <a:pt x="92891" y="100853"/>
                </a:cubicBezTo>
                <a:lnTo>
                  <a:pt x="92891" y="63697"/>
                </a:lnTo>
                <a:cubicBezTo>
                  <a:pt x="92891" y="59284"/>
                  <a:pt x="89341" y="55735"/>
                  <a:pt x="84929" y="55735"/>
                </a:cubicBezTo>
                <a:close/>
                <a:moveTo>
                  <a:pt x="93787" y="127393"/>
                </a:moveTo>
                <a:cubicBezTo>
                  <a:pt x="93988" y="124105"/>
                  <a:pt x="92348" y="120977"/>
                  <a:pt x="89530" y="119272"/>
                </a:cubicBezTo>
                <a:cubicBezTo>
                  <a:pt x="86711" y="117567"/>
                  <a:pt x="83179" y="117567"/>
                  <a:pt x="80361" y="119272"/>
                </a:cubicBezTo>
                <a:cubicBezTo>
                  <a:pt x="77542" y="120977"/>
                  <a:pt x="75903" y="124105"/>
                  <a:pt x="76104" y="127393"/>
                </a:cubicBezTo>
                <a:cubicBezTo>
                  <a:pt x="75903" y="130681"/>
                  <a:pt x="77542" y="133809"/>
                  <a:pt x="80361" y="135514"/>
                </a:cubicBezTo>
                <a:cubicBezTo>
                  <a:pt x="83179" y="137219"/>
                  <a:pt x="86711" y="137219"/>
                  <a:pt x="89530" y="135514"/>
                </a:cubicBezTo>
                <a:cubicBezTo>
                  <a:pt x="92348" y="133809"/>
                  <a:pt x="93988" y="130681"/>
                  <a:pt x="93787" y="12739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7"/>
          <p:cNvSpPr/>
          <p:nvPr/>
        </p:nvSpPr>
        <p:spPr>
          <a:xfrm>
            <a:off x="8842857" y="1724999"/>
            <a:ext cx="140604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Digital Gap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52157" y="2196825"/>
            <a:ext cx="3274477" cy="1056892"/>
          </a:xfrm>
          <a:custGeom>
            <a:avLst/>
            <a:gdLst/>
            <a:ahLst/>
            <a:cxnLst/>
            <a:rect l="l" t="t" r="r" b="b"/>
            <a:pathLst>
              <a:path w="3274477" h="1056892">
                <a:moveTo>
                  <a:pt x="75494" y="0"/>
                </a:moveTo>
                <a:lnTo>
                  <a:pt x="3198983" y="0"/>
                </a:lnTo>
                <a:cubicBezTo>
                  <a:pt x="3240677" y="0"/>
                  <a:pt x="3274477" y="33800"/>
                  <a:pt x="3274477" y="75494"/>
                </a:cubicBezTo>
                <a:lnTo>
                  <a:pt x="3274477" y="981398"/>
                </a:lnTo>
                <a:cubicBezTo>
                  <a:pt x="3274477" y="1023092"/>
                  <a:pt x="3240677" y="1056892"/>
                  <a:pt x="3198983" y="1056892"/>
                </a:cubicBezTo>
                <a:lnTo>
                  <a:pt x="75494" y="1056892"/>
                </a:lnTo>
                <a:cubicBezTo>
                  <a:pt x="33800" y="1056892"/>
                  <a:pt x="0" y="1023092"/>
                  <a:pt x="0" y="981398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389903" y="2347810"/>
            <a:ext cx="3198985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65396" y="2876256"/>
            <a:ext cx="304800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websites have accessibility issues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52157" y="3404701"/>
            <a:ext cx="3274477" cy="1056892"/>
          </a:xfrm>
          <a:custGeom>
            <a:avLst/>
            <a:gdLst/>
            <a:ahLst/>
            <a:cxnLst/>
            <a:rect l="l" t="t" r="r" b="b"/>
            <a:pathLst>
              <a:path w="3274477" h="1056892">
                <a:moveTo>
                  <a:pt x="75494" y="0"/>
                </a:moveTo>
                <a:lnTo>
                  <a:pt x="3198983" y="0"/>
                </a:lnTo>
                <a:cubicBezTo>
                  <a:pt x="3240677" y="0"/>
                  <a:pt x="3274477" y="33800"/>
                  <a:pt x="3274477" y="75494"/>
                </a:cubicBezTo>
                <a:lnTo>
                  <a:pt x="3274477" y="981398"/>
                </a:lnTo>
                <a:cubicBezTo>
                  <a:pt x="3274477" y="1023092"/>
                  <a:pt x="3240677" y="1056892"/>
                  <a:pt x="3198983" y="1056892"/>
                </a:cubicBezTo>
                <a:lnTo>
                  <a:pt x="75494" y="1056892"/>
                </a:lnTo>
                <a:cubicBezTo>
                  <a:pt x="33800" y="1056892"/>
                  <a:pt x="0" y="1023092"/>
                  <a:pt x="0" y="981398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389903" y="3555686"/>
            <a:ext cx="3198985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65396" y="4084132"/>
            <a:ext cx="304800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population has learning differences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52157" y="4612578"/>
            <a:ext cx="3274477" cy="1056892"/>
          </a:xfrm>
          <a:custGeom>
            <a:avLst/>
            <a:gdLst/>
            <a:ahLst/>
            <a:cxnLst/>
            <a:rect l="l" t="t" r="r" b="b"/>
            <a:pathLst>
              <a:path w="3274477" h="1056892">
                <a:moveTo>
                  <a:pt x="75494" y="0"/>
                </a:moveTo>
                <a:lnTo>
                  <a:pt x="3198983" y="0"/>
                </a:lnTo>
                <a:cubicBezTo>
                  <a:pt x="3240677" y="0"/>
                  <a:pt x="3274477" y="33800"/>
                  <a:pt x="3274477" y="75494"/>
                </a:cubicBezTo>
                <a:lnTo>
                  <a:pt x="3274477" y="981398"/>
                </a:lnTo>
                <a:cubicBezTo>
                  <a:pt x="3274477" y="1023092"/>
                  <a:pt x="3240677" y="1056892"/>
                  <a:pt x="3198983" y="1056892"/>
                </a:cubicBezTo>
                <a:lnTo>
                  <a:pt x="75494" y="1056892"/>
                </a:lnTo>
                <a:cubicBezTo>
                  <a:pt x="33800" y="1056892"/>
                  <a:pt x="0" y="1023092"/>
                  <a:pt x="0" y="981398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389903" y="4763562"/>
            <a:ext cx="3198985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65396" y="5292008"/>
            <a:ext cx="304800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for inclusive design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55932" y="5899721"/>
            <a:ext cx="3263153" cy="762472"/>
          </a:xfrm>
          <a:custGeom>
            <a:avLst/>
            <a:gdLst/>
            <a:ahLst/>
            <a:cxnLst/>
            <a:rect l="l" t="t" r="r" b="b"/>
            <a:pathLst>
              <a:path w="3263153" h="762472">
                <a:moveTo>
                  <a:pt x="75492" y="0"/>
                </a:moveTo>
                <a:lnTo>
                  <a:pt x="3187661" y="0"/>
                </a:lnTo>
                <a:cubicBezTo>
                  <a:pt x="3229354" y="0"/>
                  <a:pt x="3263153" y="33799"/>
                  <a:pt x="3263153" y="75492"/>
                </a:cubicBezTo>
                <a:lnTo>
                  <a:pt x="3263153" y="686979"/>
                </a:lnTo>
                <a:cubicBezTo>
                  <a:pt x="3263153" y="728645"/>
                  <a:pt x="3229326" y="762472"/>
                  <a:pt x="3187661" y="762472"/>
                </a:cubicBezTo>
                <a:lnTo>
                  <a:pt x="75492" y="762472"/>
                </a:lnTo>
                <a:cubicBezTo>
                  <a:pt x="33799" y="762472"/>
                  <a:pt x="0" y="728673"/>
                  <a:pt x="0" y="68697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72945" y="6054480"/>
            <a:ext cx="3029127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Problem:</a:t>
            </a:r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content is not designed for neurodivergent minds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874521"/>
            <a:ext cx="2674620" cy="1722120"/>
          </a:xfrm>
          <a:custGeom>
            <a:avLst/>
            <a:gdLst/>
            <a:ahLst/>
            <a:cxnLst/>
            <a:rect l="l" t="t" r="r" b="b"/>
            <a:pathLst>
              <a:path w="2674620" h="1722120">
                <a:moveTo>
                  <a:pt x="76204" y="0"/>
                </a:moveTo>
                <a:lnTo>
                  <a:pt x="2598416" y="0"/>
                </a:lnTo>
                <a:cubicBezTo>
                  <a:pt x="2640502" y="0"/>
                  <a:pt x="2674620" y="34118"/>
                  <a:pt x="2674620" y="76204"/>
                </a:cubicBezTo>
                <a:lnTo>
                  <a:pt x="2674620" y="1645916"/>
                </a:lnTo>
                <a:cubicBezTo>
                  <a:pt x="2674620" y="1688002"/>
                  <a:pt x="2640502" y="1722120"/>
                  <a:pt x="259841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345" y="2106930"/>
            <a:ext cx="2495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4358" y="279273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Population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313563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a learning difference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9460" y="1874521"/>
            <a:ext cx="2674620" cy="1722120"/>
          </a:xfrm>
          <a:custGeom>
            <a:avLst/>
            <a:gdLst/>
            <a:ahLst/>
            <a:cxnLst/>
            <a:rect l="l" t="t" r="r" b="b"/>
            <a:pathLst>
              <a:path w="2674620" h="1722120">
                <a:moveTo>
                  <a:pt x="76204" y="0"/>
                </a:moveTo>
                <a:lnTo>
                  <a:pt x="2598416" y="0"/>
                </a:lnTo>
                <a:cubicBezTo>
                  <a:pt x="2640502" y="0"/>
                  <a:pt x="2674620" y="34118"/>
                  <a:pt x="2674620" y="76204"/>
                </a:cubicBezTo>
                <a:lnTo>
                  <a:pt x="2674620" y="1645916"/>
                </a:lnTo>
                <a:cubicBezTo>
                  <a:pt x="2674620" y="1688002"/>
                  <a:pt x="2640502" y="1722120"/>
                  <a:pt x="259841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8995" y="2106930"/>
            <a:ext cx="2495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89008" y="279273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Dyslexia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770" y="313563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the global population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4110" y="1874521"/>
            <a:ext cx="2674620" cy="1722120"/>
          </a:xfrm>
          <a:custGeom>
            <a:avLst/>
            <a:gdLst/>
            <a:ahLst/>
            <a:cxnLst/>
            <a:rect l="l" t="t" r="r" b="b"/>
            <a:pathLst>
              <a:path w="2674620" h="1722120">
                <a:moveTo>
                  <a:pt x="76204" y="0"/>
                </a:moveTo>
                <a:lnTo>
                  <a:pt x="2598416" y="0"/>
                </a:lnTo>
                <a:cubicBezTo>
                  <a:pt x="2640502" y="0"/>
                  <a:pt x="2674620" y="34118"/>
                  <a:pt x="2674620" y="76204"/>
                </a:cubicBezTo>
                <a:lnTo>
                  <a:pt x="2674620" y="1645916"/>
                </a:lnTo>
                <a:cubicBezTo>
                  <a:pt x="2674620" y="1688002"/>
                  <a:pt x="2640502" y="1722120"/>
                  <a:pt x="259841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3645" y="2106930"/>
            <a:ext cx="2495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5-7%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3657" y="279273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ADHD (Children)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8420" y="313563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Affects focus &amp; energy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28760" y="1874521"/>
            <a:ext cx="2674620" cy="1722120"/>
          </a:xfrm>
          <a:custGeom>
            <a:avLst/>
            <a:gdLst/>
            <a:ahLst/>
            <a:cxnLst/>
            <a:rect l="l" t="t" r="r" b="b"/>
            <a:pathLst>
              <a:path w="2674620" h="1722120">
                <a:moveTo>
                  <a:pt x="76204" y="0"/>
                </a:moveTo>
                <a:lnTo>
                  <a:pt x="2598416" y="0"/>
                </a:lnTo>
                <a:cubicBezTo>
                  <a:pt x="2640502" y="0"/>
                  <a:pt x="2674620" y="34118"/>
                  <a:pt x="2674620" y="76204"/>
                </a:cubicBezTo>
                <a:lnTo>
                  <a:pt x="2674620" y="1645916"/>
                </a:lnTo>
                <a:cubicBezTo>
                  <a:pt x="2674620" y="1688002"/>
                  <a:pt x="2640502" y="1722120"/>
                  <a:pt x="259841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8295" y="2106930"/>
            <a:ext cx="2495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18307" y="279273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3070" y="313563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accessibility issues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909060"/>
            <a:ext cx="5589270" cy="2179320"/>
          </a:xfrm>
          <a:custGeom>
            <a:avLst/>
            <a:gdLst/>
            <a:ahLst/>
            <a:cxnLst/>
            <a:rect l="l" t="t" r="r" b="b"/>
            <a:pathLst>
              <a:path w="5589270" h="2179320">
                <a:moveTo>
                  <a:pt x="76211" y="0"/>
                </a:moveTo>
                <a:lnTo>
                  <a:pt x="5513059" y="0"/>
                </a:lnTo>
                <a:cubicBezTo>
                  <a:pt x="5555149" y="0"/>
                  <a:pt x="5589270" y="34121"/>
                  <a:pt x="5589270" y="76211"/>
                </a:cubicBezTo>
                <a:lnTo>
                  <a:pt x="5589270" y="2103109"/>
                </a:lnTo>
                <a:cubicBezTo>
                  <a:pt x="5589270" y="2145199"/>
                  <a:pt x="5555149" y="2179320"/>
                  <a:pt x="5513059" y="2179320"/>
                </a:cubicBezTo>
                <a:lnTo>
                  <a:pt x="76211" y="2179320"/>
                </a:lnTo>
                <a:cubicBezTo>
                  <a:pt x="34121" y="2179320"/>
                  <a:pt x="0" y="2145199"/>
                  <a:pt x="0" y="21031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795" y="41794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902970" y="414147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Scale of the Problem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1508" y="46557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874395" y="4598552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1.6 billion people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 have learning differences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508" y="49986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874395" y="4941452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 million people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dyslexia globally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508" y="5341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74395" y="5284352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366 million adults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living with ADHD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508" y="56844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874395" y="5627252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Co-occurrence: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30-40% of people with dyslexia also have ADHD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4110" y="3909060"/>
            <a:ext cx="5589270" cy="2179320"/>
          </a:xfrm>
          <a:custGeom>
            <a:avLst/>
            <a:gdLst/>
            <a:ahLst/>
            <a:cxnLst/>
            <a:rect l="l" t="t" r="r" b="b"/>
            <a:pathLst>
              <a:path w="5589270" h="2179320">
                <a:moveTo>
                  <a:pt x="76211" y="0"/>
                </a:moveTo>
                <a:lnTo>
                  <a:pt x="5513059" y="0"/>
                </a:lnTo>
                <a:cubicBezTo>
                  <a:pt x="5555149" y="0"/>
                  <a:pt x="5589270" y="34121"/>
                  <a:pt x="5589270" y="76211"/>
                </a:cubicBezTo>
                <a:lnTo>
                  <a:pt x="5589270" y="2103109"/>
                </a:lnTo>
                <a:cubicBezTo>
                  <a:pt x="5589270" y="2145199"/>
                  <a:pt x="5555149" y="2179320"/>
                  <a:pt x="5513059" y="2179320"/>
                </a:cubicBezTo>
                <a:lnTo>
                  <a:pt x="76211" y="2179320"/>
                </a:lnTo>
                <a:cubicBezTo>
                  <a:pt x="34121" y="2179320"/>
                  <a:pt x="0" y="2145199"/>
                  <a:pt x="0" y="21031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5095" y="41794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6732270" y="414147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Digital Accessibility Gap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0807" y="46557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703695" y="4598552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98% of websites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fail basic accessibility standards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60807" y="49986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703695" y="4941452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$13 trillion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 spending power of disabled community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60807" y="5341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703695" y="5284352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71% of users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disabilities leave inaccessible sites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60807" y="56844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2" name="Text 40"/>
          <p:cNvSpPr/>
          <p:nvPr/>
        </p:nvSpPr>
        <p:spPr>
          <a:xfrm>
            <a:off x="6703695" y="5627252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risk: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4,000+ accessibility lawsuits filed annually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44164"/>
            <a:ext cx="1157250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spc="54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POTENTIAL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164" y="619495"/>
            <a:ext cx="11658546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Dyslexic Leaders Who Changed the World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164" y="1101324"/>
            <a:ext cx="825993" cy="34416"/>
          </a:xfrm>
          <a:custGeom>
            <a:avLst/>
            <a:gdLst/>
            <a:ahLst/>
            <a:cxnLst/>
            <a:rect l="l" t="t" r="r" b="b"/>
            <a:pathLst>
              <a:path w="825993" h="34416">
                <a:moveTo>
                  <a:pt x="0" y="0"/>
                </a:moveTo>
                <a:lnTo>
                  <a:pt x="825993" y="0"/>
                </a:lnTo>
                <a:lnTo>
                  <a:pt x="8259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47605" y="1345680"/>
            <a:ext cx="3689435" cy="4532636"/>
          </a:xfrm>
          <a:custGeom>
            <a:avLst/>
            <a:gdLst/>
            <a:ahLst/>
            <a:cxnLst/>
            <a:rect l="l" t="t" r="r" b="b"/>
            <a:pathLst>
              <a:path w="3689435" h="4532636">
                <a:moveTo>
                  <a:pt x="68845" y="0"/>
                </a:moveTo>
                <a:lnTo>
                  <a:pt x="3620590" y="0"/>
                </a:lnTo>
                <a:cubicBezTo>
                  <a:pt x="3658612" y="0"/>
                  <a:pt x="3689435" y="30823"/>
                  <a:pt x="3689435" y="68845"/>
                </a:cubicBezTo>
                <a:lnTo>
                  <a:pt x="3689435" y="4463791"/>
                </a:lnTo>
                <a:cubicBezTo>
                  <a:pt x="3689435" y="4501813"/>
                  <a:pt x="3658612" y="4532636"/>
                  <a:pt x="3620590" y="4532636"/>
                </a:cubicBezTo>
                <a:lnTo>
                  <a:pt x="68845" y="4532636"/>
                </a:lnTo>
                <a:cubicBezTo>
                  <a:pt x="30823" y="4532636"/>
                  <a:pt x="0" y="4501813"/>
                  <a:pt x="0" y="4463791"/>
                </a:cubicBezTo>
                <a:lnTo>
                  <a:pt x="0" y="68845"/>
                </a:lnTo>
                <a:cubicBezTo>
                  <a:pt x="0" y="30848"/>
                  <a:pt x="30848" y="0"/>
                  <a:pt x="688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129" y="2897861"/>
            <a:ext cx="3441637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Ingvar Kamprad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129" y="3173083"/>
            <a:ext cx="340722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of IKEA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3129" y="3482830"/>
            <a:ext cx="340722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Struggled to remember long, numerical product codes due to dyslexia.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129" y="4033492"/>
            <a:ext cx="3407221" cy="89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Innovation: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fighting his brain, he changed the system. Named furniture after Swedish islands, towns, and people (Billy, Klippan). He could visualize places much easier than numbers.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6570" y="5140085"/>
            <a:ext cx="3328063" cy="557545"/>
          </a:xfrm>
          <a:custGeom>
            <a:avLst/>
            <a:gdLst/>
            <a:ahLst/>
            <a:cxnLst/>
            <a:rect l="l" t="t" r="r" b="b"/>
            <a:pathLst>
              <a:path w="3328063" h="557545">
                <a:moveTo>
                  <a:pt x="68835" y="0"/>
                </a:moveTo>
                <a:lnTo>
                  <a:pt x="3259229" y="0"/>
                </a:lnTo>
                <a:cubicBezTo>
                  <a:pt x="3297245" y="0"/>
                  <a:pt x="3328063" y="30818"/>
                  <a:pt x="3328063" y="68835"/>
                </a:cubicBezTo>
                <a:lnTo>
                  <a:pt x="3328063" y="488711"/>
                </a:lnTo>
                <a:cubicBezTo>
                  <a:pt x="3328063" y="526727"/>
                  <a:pt x="3297245" y="557545"/>
                  <a:pt x="3259229" y="557545"/>
                </a:cubicBezTo>
                <a:lnTo>
                  <a:pt x="68835" y="557545"/>
                </a:lnTo>
                <a:cubicBezTo>
                  <a:pt x="30818" y="557545"/>
                  <a:pt x="0" y="526727"/>
                  <a:pt x="0" y="488711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147" y="5246779"/>
            <a:ext cx="3174910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"flaw" created IKEA's iconic naming system known worldwide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0637" y="1345680"/>
            <a:ext cx="3689435" cy="4532636"/>
          </a:xfrm>
          <a:custGeom>
            <a:avLst/>
            <a:gdLst/>
            <a:ahLst/>
            <a:cxnLst/>
            <a:rect l="l" t="t" r="r" b="b"/>
            <a:pathLst>
              <a:path w="3689435" h="4532636">
                <a:moveTo>
                  <a:pt x="68845" y="0"/>
                </a:moveTo>
                <a:lnTo>
                  <a:pt x="3620590" y="0"/>
                </a:lnTo>
                <a:cubicBezTo>
                  <a:pt x="3658612" y="0"/>
                  <a:pt x="3689435" y="30823"/>
                  <a:pt x="3689435" y="68845"/>
                </a:cubicBezTo>
                <a:lnTo>
                  <a:pt x="3689435" y="4463791"/>
                </a:lnTo>
                <a:cubicBezTo>
                  <a:pt x="3689435" y="4501813"/>
                  <a:pt x="3658612" y="4532636"/>
                  <a:pt x="3620590" y="4532636"/>
                </a:cubicBezTo>
                <a:lnTo>
                  <a:pt x="68845" y="4532636"/>
                </a:lnTo>
                <a:cubicBezTo>
                  <a:pt x="30823" y="4532636"/>
                  <a:pt x="0" y="4501813"/>
                  <a:pt x="0" y="4463791"/>
                </a:cubicBezTo>
                <a:lnTo>
                  <a:pt x="0" y="68845"/>
                </a:lnTo>
                <a:cubicBezTo>
                  <a:pt x="0" y="30848"/>
                  <a:pt x="30848" y="0"/>
                  <a:pt x="688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6161" y="2897861"/>
            <a:ext cx="3441637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Steven Spielberg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26161" y="3173083"/>
            <a:ext cx="340722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Legendary Director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6161" y="3482830"/>
            <a:ext cx="3407221" cy="67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Wasn't diagnosed with dyslexia until age 60. Spent childhood feeling "slow" and was bullied in school.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6161" y="4257199"/>
            <a:ext cx="3407221" cy="89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Innovation: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reading was hard, he retreated into visual storytelling. Spent time "thinking in pictures" and storyboarding. This visual-first brain made him a legendary filmmaker.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29602" y="5312167"/>
            <a:ext cx="3328063" cy="385463"/>
          </a:xfrm>
          <a:custGeom>
            <a:avLst/>
            <a:gdLst/>
            <a:ahLst/>
            <a:cxnLst/>
            <a:rect l="l" t="t" r="r" b="b"/>
            <a:pathLst>
              <a:path w="3328063" h="385463">
                <a:moveTo>
                  <a:pt x="68832" y="0"/>
                </a:moveTo>
                <a:lnTo>
                  <a:pt x="3259231" y="0"/>
                </a:lnTo>
                <a:cubicBezTo>
                  <a:pt x="3297246" y="0"/>
                  <a:pt x="3328063" y="30817"/>
                  <a:pt x="3328063" y="68832"/>
                </a:cubicBezTo>
                <a:lnTo>
                  <a:pt x="3328063" y="316631"/>
                </a:lnTo>
                <a:cubicBezTo>
                  <a:pt x="3328063" y="354646"/>
                  <a:pt x="3297246" y="385463"/>
                  <a:pt x="3259231" y="385463"/>
                </a:cubicBezTo>
                <a:lnTo>
                  <a:pt x="68832" y="385463"/>
                </a:lnTo>
                <a:cubicBezTo>
                  <a:pt x="30843" y="385463"/>
                  <a:pt x="0" y="354621"/>
                  <a:pt x="0" y="316631"/>
                </a:cubicBezTo>
                <a:lnTo>
                  <a:pt x="0" y="68832"/>
                </a:lnTo>
                <a:cubicBezTo>
                  <a:pt x="0" y="30843"/>
                  <a:pt x="30843" y="0"/>
                  <a:pt x="6883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6179" y="5418860"/>
            <a:ext cx="317491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 sees a movie in his head before ever reading the script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3669" y="1345680"/>
            <a:ext cx="3689435" cy="4532636"/>
          </a:xfrm>
          <a:custGeom>
            <a:avLst/>
            <a:gdLst/>
            <a:ahLst/>
            <a:cxnLst/>
            <a:rect l="l" t="t" r="r" b="b"/>
            <a:pathLst>
              <a:path w="3689435" h="4532636">
                <a:moveTo>
                  <a:pt x="68845" y="0"/>
                </a:moveTo>
                <a:lnTo>
                  <a:pt x="3620590" y="0"/>
                </a:lnTo>
                <a:cubicBezTo>
                  <a:pt x="3658612" y="0"/>
                  <a:pt x="3689435" y="30823"/>
                  <a:pt x="3689435" y="68845"/>
                </a:cubicBezTo>
                <a:lnTo>
                  <a:pt x="3689435" y="4463791"/>
                </a:lnTo>
                <a:cubicBezTo>
                  <a:pt x="3689435" y="4501813"/>
                  <a:pt x="3658612" y="4532636"/>
                  <a:pt x="3620590" y="4532636"/>
                </a:cubicBezTo>
                <a:lnTo>
                  <a:pt x="68845" y="4532636"/>
                </a:lnTo>
                <a:cubicBezTo>
                  <a:pt x="30823" y="4532636"/>
                  <a:pt x="0" y="4501813"/>
                  <a:pt x="0" y="4463791"/>
                </a:cubicBezTo>
                <a:lnTo>
                  <a:pt x="0" y="68845"/>
                </a:lnTo>
                <a:cubicBezTo>
                  <a:pt x="0" y="30848"/>
                  <a:pt x="30848" y="0"/>
                  <a:pt x="688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9192" y="2897861"/>
            <a:ext cx="3441637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Steve Jobs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9192" y="3173083"/>
            <a:ext cx="340722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Co-Founder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9192" y="3482830"/>
            <a:ext cx="3407221" cy="67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Struggled with traditional schooling due to dyslexia. Found conventional education frustrating and limiting.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9192" y="4257199"/>
            <a:ext cx="3407221" cy="67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Innovation: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Led to an obsession with minimalism and intuition. Didn't want manuals; wanted devices so intuitive you didn't need to read to understand them.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2634" y="5312167"/>
            <a:ext cx="3328063" cy="385463"/>
          </a:xfrm>
          <a:custGeom>
            <a:avLst/>
            <a:gdLst/>
            <a:ahLst/>
            <a:cxnLst/>
            <a:rect l="l" t="t" r="r" b="b"/>
            <a:pathLst>
              <a:path w="3328063" h="385463">
                <a:moveTo>
                  <a:pt x="68832" y="0"/>
                </a:moveTo>
                <a:lnTo>
                  <a:pt x="3259231" y="0"/>
                </a:lnTo>
                <a:cubicBezTo>
                  <a:pt x="3297246" y="0"/>
                  <a:pt x="3328063" y="30817"/>
                  <a:pt x="3328063" y="68832"/>
                </a:cubicBezTo>
                <a:lnTo>
                  <a:pt x="3328063" y="316631"/>
                </a:lnTo>
                <a:cubicBezTo>
                  <a:pt x="3328063" y="354646"/>
                  <a:pt x="3297246" y="385463"/>
                  <a:pt x="3259231" y="385463"/>
                </a:cubicBezTo>
                <a:lnTo>
                  <a:pt x="68832" y="385463"/>
                </a:lnTo>
                <a:cubicBezTo>
                  <a:pt x="30843" y="385463"/>
                  <a:pt x="0" y="354621"/>
                  <a:pt x="0" y="316631"/>
                </a:cubicBezTo>
                <a:lnTo>
                  <a:pt x="0" y="68832"/>
                </a:lnTo>
                <a:cubicBezTo>
                  <a:pt x="0" y="30843"/>
                  <a:pt x="30843" y="0"/>
                  <a:pt x="6883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9211" y="5418860"/>
            <a:ext cx="317491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technology that "just works" without instructions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7605" y="6021144"/>
            <a:ext cx="11493348" cy="488712"/>
          </a:xfrm>
          <a:custGeom>
            <a:avLst/>
            <a:gdLst/>
            <a:ahLst/>
            <a:cxnLst/>
            <a:rect l="l" t="t" r="r" b="b"/>
            <a:pathLst>
              <a:path w="11493348" h="488712">
                <a:moveTo>
                  <a:pt x="68835" y="0"/>
                </a:moveTo>
                <a:lnTo>
                  <a:pt x="11424512" y="0"/>
                </a:lnTo>
                <a:cubicBezTo>
                  <a:pt x="11462529" y="0"/>
                  <a:pt x="11493348" y="30819"/>
                  <a:pt x="11493348" y="68835"/>
                </a:cubicBezTo>
                <a:lnTo>
                  <a:pt x="11493348" y="419877"/>
                </a:lnTo>
                <a:cubicBezTo>
                  <a:pt x="11493348" y="457894"/>
                  <a:pt x="11462529" y="488712"/>
                  <a:pt x="11424512" y="488712"/>
                </a:cubicBezTo>
                <a:lnTo>
                  <a:pt x="68835" y="488712"/>
                </a:lnTo>
                <a:cubicBezTo>
                  <a:pt x="30819" y="488712"/>
                  <a:pt x="0" y="457894"/>
                  <a:pt x="0" y="419877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89572" y="6189784"/>
            <a:ext cx="103249" cy="137665"/>
          </a:xfrm>
          <a:custGeom>
            <a:avLst/>
            <a:gdLst/>
            <a:ahLst/>
            <a:cxnLst/>
            <a:rect l="l" t="t" r="r" b="b"/>
            <a:pathLst>
              <a:path w="103249" h="137665">
                <a:moveTo>
                  <a:pt x="78754" y="103249"/>
                </a:moveTo>
                <a:cubicBezTo>
                  <a:pt x="80717" y="97253"/>
                  <a:pt x="84643" y="91822"/>
                  <a:pt x="89079" y="87143"/>
                </a:cubicBezTo>
                <a:cubicBezTo>
                  <a:pt x="97872" y="77894"/>
                  <a:pt x="103249" y="65391"/>
                  <a:pt x="103249" y="51625"/>
                </a:cubicBezTo>
                <a:cubicBezTo>
                  <a:pt x="103249" y="23124"/>
                  <a:pt x="80126" y="0"/>
                  <a:pt x="51625" y="0"/>
                </a:cubicBezTo>
                <a:cubicBezTo>
                  <a:pt x="23124" y="0"/>
                  <a:pt x="0" y="23124"/>
                  <a:pt x="0" y="51625"/>
                </a:cubicBezTo>
                <a:cubicBezTo>
                  <a:pt x="0" y="65391"/>
                  <a:pt x="5378" y="77894"/>
                  <a:pt x="14170" y="87143"/>
                </a:cubicBezTo>
                <a:cubicBezTo>
                  <a:pt x="18606" y="91822"/>
                  <a:pt x="22559" y="97253"/>
                  <a:pt x="24495" y="103249"/>
                </a:cubicBezTo>
                <a:lnTo>
                  <a:pt x="78727" y="103249"/>
                </a:lnTo>
                <a:close/>
                <a:moveTo>
                  <a:pt x="77437" y="116155"/>
                </a:moveTo>
                <a:lnTo>
                  <a:pt x="25812" y="116155"/>
                </a:lnTo>
                <a:lnTo>
                  <a:pt x="25812" y="120457"/>
                </a:lnTo>
                <a:cubicBezTo>
                  <a:pt x="25812" y="132342"/>
                  <a:pt x="35438" y="141968"/>
                  <a:pt x="47323" y="141968"/>
                </a:cubicBezTo>
                <a:lnTo>
                  <a:pt x="55927" y="141968"/>
                </a:lnTo>
                <a:cubicBezTo>
                  <a:pt x="67811" y="141968"/>
                  <a:pt x="77437" y="132342"/>
                  <a:pt x="77437" y="120457"/>
                </a:cubicBezTo>
                <a:lnTo>
                  <a:pt x="77437" y="116155"/>
                </a:lnTo>
                <a:close/>
                <a:moveTo>
                  <a:pt x="49474" y="30114"/>
                </a:moveTo>
                <a:cubicBezTo>
                  <a:pt x="38772" y="30114"/>
                  <a:pt x="30114" y="38772"/>
                  <a:pt x="30114" y="49474"/>
                </a:cubicBezTo>
                <a:cubicBezTo>
                  <a:pt x="30114" y="53050"/>
                  <a:pt x="27237" y="55927"/>
                  <a:pt x="23661" y="55927"/>
                </a:cubicBezTo>
                <a:cubicBezTo>
                  <a:pt x="20085" y="55927"/>
                  <a:pt x="17208" y="53050"/>
                  <a:pt x="17208" y="49474"/>
                </a:cubicBezTo>
                <a:cubicBezTo>
                  <a:pt x="17208" y="31647"/>
                  <a:pt x="31647" y="17208"/>
                  <a:pt x="49474" y="17208"/>
                </a:cubicBezTo>
                <a:cubicBezTo>
                  <a:pt x="53050" y="17208"/>
                  <a:pt x="55927" y="20085"/>
                  <a:pt x="55927" y="23661"/>
                </a:cubicBezTo>
                <a:cubicBezTo>
                  <a:pt x="55927" y="27237"/>
                  <a:pt x="53050" y="30114"/>
                  <a:pt x="49474" y="3011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73011" y="6162253"/>
            <a:ext cx="1106125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ctr">
              <a:lnSpc>
                <a:spcPct val="130000"/>
              </a:lnSpc>
            </a:pPr>
            <a:r>
              <a:rPr lang="en-US" sz="108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leaders didn't succeed despite their dyslexia—they succeeded </a:t>
            </a:r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of their unique cognitive wiring</a:t>
            </a:r>
            <a:pPr algn="ctr">
              <a:lnSpc>
                <a:spcPct val="130000"/>
              </a:lnSpc>
            </a:pPr>
            <a:r>
              <a:rPr lang="en-US" sz="108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29" name="Image 0" descr="https://kimi-img.moonshot.cn/pub/slides/26-03-07-17:20:54-d6lurti27jofoiu6ev8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7462" y="1487361"/>
            <a:ext cx="3325908" cy="1238416"/>
          </a:xfrm>
          <a:prstGeom prst="rect">
            <a:avLst/>
          </a:prstGeom>
        </p:spPr>
      </p:pic>
      <p:pic>
        <p:nvPicPr>
          <p:cNvPr id="30" name="Image 1" descr="https://kimi-img.moonshot.cn/pub/slides/26-03-07-17:22:02-d6lusein4f10ovdhpi1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4" y="1487361"/>
            <a:ext cx="3020897" cy="1376710"/>
          </a:xfrm>
          <a:prstGeom prst="rect">
            <a:avLst/>
          </a:prstGeom>
        </p:spPr>
      </p:pic>
      <p:pic>
        <p:nvPicPr>
          <p:cNvPr id="31" name="Image 2" descr="https://kimi-img.moonshot.cn/pub/slides/26-03-07-17:23:10-d6lusvmom6pk20gvsg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922" y="1522389"/>
            <a:ext cx="3254929" cy="137547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POTENTIAL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ADHD Leaders Who Changed the World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89710"/>
            <a:ext cx="2160270" cy="3293745"/>
          </a:xfrm>
          <a:custGeom>
            <a:avLst/>
            <a:gdLst/>
            <a:ahLst/>
            <a:cxnLst/>
            <a:rect l="l" t="t" r="r" b="b"/>
            <a:pathLst>
              <a:path w="2160270" h="3293745">
                <a:moveTo>
                  <a:pt x="76193" y="0"/>
                </a:moveTo>
                <a:lnTo>
                  <a:pt x="2084077" y="0"/>
                </a:lnTo>
                <a:cubicBezTo>
                  <a:pt x="2126129" y="0"/>
                  <a:pt x="2160270" y="34141"/>
                  <a:pt x="2160270" y="76193"/>
                </a:cubicBezTo>
                <a:lnTo>
                  <a:pt x="2160270" y="3217552"/>
                </a:lnTo>
                <a:cubicBezTo>
                  <a:pt x="2160270" y="3259632"/>
                  <a:pt x="2126157" y="3293745"/>
                  <a:pt x="2084077" y="3293745"/>
                </a:cubicBezTo>
                <a:lnTo>
                  <a:pt x="76193" y="3293745"/>
                </a:lnTo>
                <a:cubicBezTo>
                  <a:pt x="34113" y="3293745"/>
                  <a:pt x="0" y="3259632"/>
                  <a:pt x="0" y="32175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6" name="Image 0" descr="https://upload.wikimedia.org/wikipedia/commons/8/88/Bill_Gates_at_the_European_Commission_-_2025_-_P067383-987995_%28cropped%29.jpg">    </p:cNvPr>
          <p:cNvPicPr>
            <a:picLocks noChangeAspect="1"/>
          </p:cNvPicPr>
          <p:nvPr/>
        </p:nvPicPr>
        <p:blipFill>
          <a:blip r:embed="rId1"/>
          <a:srcRect l="0" r="0" t="11364" b="31818"/>
          <a:stretch/>
        </p:blipFill>
        <p:spPr>
          <a:xfrm>
            <a:off x="771059" y="1489710"/>
            <a:ext cx="1387772" cy="11767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502920" y="267462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Bill Gates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9794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246123"/>
            <a:ext cx="19812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both ADHD and Dyslexia. Spoke about struggles with traditional education.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4358762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266700"/>
                </a:lnTo>
                <a:cubicBezTo>
                  <a:pt x="1924050" y="287728"/>
                  <a:pt x="1906978" y="304800"/>
                  <a:pt x="1885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79120" y="4434962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"Out-of-the-box thinker"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01290" y="1489710"/>
            <a:ext cx="2160270" cy="3293745"/>
          </a:xfrm>
          <a:custGeom>
            <a:avLst/>
            <a:gdLst/>
            <a:ahLst/>
            <a:cxnLst/>
            <a:rect l="l" t="t" r="r" b="b"/>
            <a:pathLst>
              <a:path w="2160270" h="3293745">
                <a:moveTo>
                  <a:pt x="76193" y="0"/>
                </a:moveTo>
                <a:lnTo>
                  <a:pt x="2084077" y="0"/>
                </a:lnTo>
                <a:cubicBezTo>
                  <a:pt x="2126129" y="0"/>
                  <a:pt x="2160270" y="34141"/>
                  <a:pt x="2160270" y="76193"/>
                </a:cubicBezTo>
                <a:lnTo>
                  <a:pt x="2160270" y="3217552"/>
                </a:lnTo>
                <a:cubicBezTo>
                  <a:pt x="2160270" y="3259632"/>
                  <a:pt x="2126157" y="3293745"/>
                  <a:pt x="2084077" y="3293745"/>
                </a:cubicBezTo>
                <a:lnTo>
                  <a:pt x="76193" y="3293745"/>
                </a:lnTo>
                <a:cubicBezTo>
                  <a:pt x="34113" y="3293745"/>
                  <a:pt x="0" y="3259632"/>
                  <a:pt x="0" y="32175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13" name="Image 1" descr="https://upload.wikimedia.org/wikipedia/commons/0/08/Richard_Branson_Addresses_the_Our_Ocean_Conference_2015_in_Valpara%C3%ADso_%2821783214958%29_%28cropped%29.jpg">    </p:cNvPr>
          <p:cNvPicPr>
            <a:picLocks noChangeAspect="1"/>
          </p:cNvPicPr>
          <p:nvPr/>
        </p:nvPicPr>
        <p:blipFill>
          <a:blip r:embed="rId2"/>
          <a:srcRect l="0" r="0" t="0" b="31035"/>
          <a:stretch/>
        </p:blipFill>
        <p:spPr>
          <a:xfrm>
            <a:off x="3239767" y="1563134"/>
            <a:ext cx="1169042" cy="1029852"/>
          </a:xfrm>
          <a:prstGeom prst="roundRect">
            <a:avLst>
              <a:gd name="adj" fmla="val 0"/>
            </a:avLst>
          </a:prstGeom>
        </p:spPr>
      </p:pic>
      <p:sp>
        <p:nvSpPr>
          <p:cNvPr id="14" name="Text 10"/>
          <p:cNvSpPr/>
          <p:nvPr/>
        </p:nvSpPr>
        <p:spPr>
          <a:xfrm>
            <a:off x="2819400" y="267462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Richard Branson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819400" y="29794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Virgin Group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19400" y="3246123"/>
            <a:ext cx="19812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Vocal neurodiversity advocate. Uses "restless" energy to run 400+ companies.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819400" y="4358762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266700"/>
                </a:lnTo>
                <a:cubicBezTo>
                  <a:pt x="1924050" y="287728"/>
                  <a:pt x="1906978" y="304800"/>
                  <a:pt x="1885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2895600" y="4434962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"High energy innovator"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17770" y="1489710"/>
            <a:ext cx="2160270" cy="3293745"/>
          </a:xfrm>
          <a:custGeom>
            <a:avLst/>
            <a:gdLst/>
            <a:ahLst/>
            <a:cxnLst/>
            <a:rect l="l" t="t" r="r" b="b"/>
            <a:pathLst>
              <a:path w="2160270" h="3293745">
                <a:moveTo>
                  <a:pt x="76193" y="0"/>
                </a:moveTo>
                <a:lnTo>
                  <a:pt x="2084077" y="0"/>
                </a:lnTo>
                <a:cubicBezTo>
                  <a:pt x="2126129" y="0"/>
                  <a:pt x="2160270" y="34141"/>
                  <a:pt x="2160270" y="76193"/>
                </a:cubicBezTo>
                <a:lnTo>
                  <a:pt x="2160270" y="3217552"/>
                </a:lnTo>
                <a:cubicBezTo>
                  <a:pt x="2160270" y="3259632"/>
                  <a:pt x="2126157" y="3293745"/>
                  <a:pt x="2084077" y="3293745"/>
                </a:cubicBezTo>
                <a:lnTo>
                  <a:pt x="76193" y="3293745"/>
                </a:lnTo>
                <a:cubicBezTo>
                  <a:pt x="34113" y="3293745"/>
                  <a:pt x="0" y="3259632"/>
                  <a:pt x="0" y="32175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20" name="Image 2" descr="https://media.gettyimages.com/id/590225786/photo/rio-de-janeiro-brazil-swimmer-michael-phelps-of-the-united-states-poses-for-a-portrait-on.jpg?s=612x612&amp;w=gi&amp;k=20&amp;c=iwdcoHkdLOn4EXg-Qm5N6sMRN9M4lGDBl9jzO7sUeUE=">    </p:cNvPr>
          <p:cNvPicPr>
            <a:picLocks noChangeAspect="1"/>
          </p:cNvPicPr>
          <p:nvPr/>
        </p:nvPicPr>
        <p:blipFill>
          <a:blip r:embed="rId3"/>
          <a:srcRect l="0" r="0" t="0" b="38650"/>
          <a:stretch/>
        </p:blipFill>
        <p:spPr>
          <a:xfrm>
            <a:off x="5574916" y="1599415"/>
            <a:ext cx="1045979" cy="957291"/>
          </a:xfrm>
          <a:prstGeom prst="roundRect">
            <a:avLst>
              <a:gd name="adj" fmla="val 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5135880" y="267462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Michael Phelps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35880" y="29794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Olympic Legend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135880" y="3246123"/>
            <a:ext cx="19812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swimming to manage ADHD energy. Used "hyperfocus" to win 23 gold medals.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135880" y="4358762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266700"/>
                </a:lnTo>
                <a:cubicBezTo>
                  <a:pt x="1924050" y="287728"/>
                  <a:pt x="1906978" y="304800"/>
                  <a:pt x="1885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212080" y="4434962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"Hyperfocus champion"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334250" y="1489710"/>
            <a:ext cx="2160270" cy="3293745"/>
          </a:xfrm>
          <a:custGeom>
            <a:avLst/>
            <a:gdLst/>
            <a:ahLst/>
            <a:cxnLst/>
            <a:rect l="l" t="t" r="r" b="b"/>
            <a:pathLst>
              <a:path w="2160270" h="3293745">
                <a:moveTo>
                  <a:pt x="76193" y="0"/>
                </a:moveTo>
                <a:lnTo>
                  <a:pt x="2084077" y="0"/>
                </a:lnTo>
                <a:cubicBezTo>
                  <a:pt x="2126129" y="0"/>
                  <a:pt x="2160270" y="34141"/>
                  <a:pt x="2160270" y="76193"/>
                </a:cubicBezTo>
                <a:lnTo>
                  <a:pt x="2160270" y="3217552"/>
                </a:lnTo>
                <a:cubicBezTo>
                  <a:pt x="2160270" y="3259632"/>
                  <a:pt x="2126157" y="3293745"/>
                  <a:pt x="2084077" y="3293745"/>
                </a:cubicBezTo>
                <a:lnTo>
                  <a:pt x="76193" y="3293745"/>
                </a:lnTo>
                <a:cubicBezTo>
                  <a:pt x="34113" y="3293745"/>
                  <a:pt x="0" y="3259632"/>
                  <a:pt x="0" y="32175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27" name="Image 3" descr="https://www.hollywoodreporter.com/wp-content/uploads/2017/02/THR_ONEUSE_Timberlake_172701_THR_JT_0334.jpg?w=800">    </p:cNvPr>
          <p:cNvPicPr>
            <a:picLocks noChangeAspect="1"/>
          </p:cNvPicPr>
          <p:nvPr/>
        </p:nvPicPr>
        <p:blipFill>
          <a:blip r:embed="rId4"/>
          <a:srcRect l="0" r="0" t="3774" b="33333"/>
          <a:stretch/>
        </p:blipFill>
        <p:spPr>
          <a:xfrm>
            <a:off x="7809163" y="1579465"/>
            <a:ext cx="1059156" cy="997189"/>
          </a:xfrm>
          <a:prstGeom prst="roundRect">
            <a:avLst>
              <a:gd name="adj" fmla="val 0"/>
            </a:avLst>
          </a:prstGeom>
        </p:spPr>
      </p:pic>
      <p:sp>
        <p:nvSpPr>
          <p:cNvPr id="28" name="Text 22"/>
          <p:cNvSpPr/>
          <p:nvPr/>
        </p:nvSpPr>
        <p:spPr>
          <a:xfrm>
            <a:off x="7452360" y="267462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Justin Timberlake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452360" y="29794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Entertainer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452360" y="3246123"/>
            <a:ext cx="19812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both ADHD and OCD while maintaining massive music and acting career.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452360" y="4358762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266700"/>
                </a:lnTo>
                <a:cubicBezTo>
                  <a:pt x="1924050" y="287728"/>
                  <a:pt x="1906978" y="304800"/>
                  <a:pt x="1885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7528560" y="4434962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"Multi-talented performer"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650730" y="1489710"/>
            <a:ext cx="2160270" cy="3293745"/>
          </a:xfrm>
          <a:custGeom>
            <a:avLst/>
            <a:gdLst/>
            <a:ahLst/>
            <a:cxnLst/>
            <a:rect l="l" t="t" r="r" b="b"/>
            <a:pathLst>
              <a:path w="2160270" h="3293745">
                <a:moveTo>
                  <a:pt x="76193" y="0"/>
                </a:moveTo>
                <a:lnTo>
                  <a:pt x="2084077" y="0"/>
                </a:lnTo>
                <a:cubicBezTo>
                  <a:pt x="2126129" y="0"/>
                  <a:pt x="2160270" y="34141"/>
                  <a:pt x="2160270" y="76193"/>
                </a:cubicBezTo>
                <a:lnTo>
                  <a:pt x="2160270" y="3217552"/>
                </a:lnTo>
                <a:cubicBezTo>
                  <a:pt x="2160270" y="3259632"/>
                  <a:pt x="2126157" y="3293745"/>
                  <a:pt x="2084077" y="3293745"/>
                </a:cubicBezTo>
                <a:lnTo>
                  <a:pt x="76193" y="3293745"/>
                </a:lnTo>
                <a:cubicBezTo>
                  <a:pt x="34113" y="3293745"/>
                  <a:pt x="0" y="3259632"/>
                  <a:pt x="0" y="32175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34" name="Image 4" descr="https://hips.hearstapps.com/hmg-prod/images/Emma-Watson_GettyImages-619546914.jpg?crop=1xw:1.0xh;center,top&amp;resize=640:*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70423" y="1600195"/>
            <a:ext cx="955729" cy="955729"/>
          </a:xfrm>
          <a:prstGeom prst="roundRect">
            <a:avLst>
              <a:gd name="adj" fmla="val 0"/>
            </a:avLst>
          </a:prstGeom>
        </p:spPr>
      </p:pic>
      <p:sp>
        <p:nvSpPr>
          <p:cNvPr id="35" name="Text 28"/>
          <p:cNvSpPr/>
          <p:nvPr/>
        </p:nvSpPr>
        <p:spPr>
          <a:xfrm>
            <a:off x="9768840" y="267462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Emma Watson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768840" y="29794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Actor &amp; Activist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768840" y="3246123"/>
            <a:ext cx="19812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Diagnosed with ADHD as child. Used structure to succeed at Brown and Oxford.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9768840" y="4358762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266700"/>
                </a:lnTo>
                <a:cubicBezTo>
                  <a:pt x="1924050" y="287728"/>
                  <a:pt x="1906978" y="304800"/>
                  <a:pt x="1885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9845040" y="4434962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"Structured success"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384810" y="4941569"/>
            <a:ext cx="5589270" cy="1531620"/>
          </a:xfrm>
          <a:custGeom>
            <a:avLst/>
            <a:gdLst/>
            <a:ahLst/>
            <a:cxnLst/>
            <a:rect l="l" t="t" r="r" b="b"/>
            <a:pathLst>
              <a:path w="5589270" h="1531620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1455422"/>
                </a:lnTo>
                <a:cubicBezTo>
                  <a:pt x="5589270" y="1497505"/>
                  <a:pt x="5555155" y="1531620"/>
                  <a:pt x="551307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52926" y="51358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35"/>
          <p:cNvSpPr/>
          <p:nvPr/>
        </p:nvSpPr>
        <p:spPr>
          <a:xfrm>
            <a:off x="779145" y="5097782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Common Threads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568404" y="55168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37"/>
          <p:cNvSpPr/>
          <p:nvPr/>
        </p:nvSpPr>
        <p:spPr>
          <a:xfrm>
            <a:off x="783908" y="5478782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ADHD for "out-of-the-box" thinking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568404" y="58216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39"/>
          <p:cNvSpPr/>
          <p:nvPr/>
        </p:nvSpPr>
        <p:spPr>
          <a:xfrm>
            <a:off x="783908" y="5783582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energy channeled into productivity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568404" y="61264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8" name="Text 41"/>
          <p:cNvSpPr/>
          <p:nvPr/>
        </p:nvSpPr>
        <p:spPr>
          <a:xfrm>
            <a:off x="783908" y="6088382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Hyperfocus used as competitive advantage</a:t>
            </a:r>
            <a:endParaRPr lang="en-US" sz="1600" dirty="0"/>
          </a:p>
        </p:txBody>
      </p:sp>
      <p:sp>
        <p:nvSpPr>
          <p:cNvPr id="49" name="Shape 42"/>
          <p:cNvSpPr/>
          <p:nvPr/>
        </p:nvSpPr>
        <p:spPr>
          <a:xfrm>
            <a:off x="6214110" y="4941569"/>
            <a:ext cx="5589270" cy="1531620"/>
          </a:xfrm>
          <a:custGeom>
            <a:avLst/>
            <a:gdLst/>
            <a:ahLst/>
            <a:cxnLst/>
            <a:rect l="l" t="t" r="r" b="b"/>
            <a:pathLst>
              <a:path w="5589270" h="1531620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1455422"/>
                </a:lnTo>
                <a:cubicBezTo>
                  <a:pt x="5589270" y="1497505"/>
                  <a:pt x="5555155" y="1531620"/>
                  <a:pt x="551307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495693" y="54744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4"/>
          <p:cNvSpPr/>
          <p:nvPr/>
        </p:nvSpPr>
        <p:spPr>
          <a:xfrm>
            <a:off x="6672382" y="5466876"/>
            <a:ext cx="4930497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leaders prove that ADHD is not a limitation—it's a different way of thinking that can drive extraordinary achievement.</a:t>
            </a: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11126152" y="5753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99120"/>
                </a:moveTo>
                <a:cubicBezTo>
                  <a:pt x="150019" y="121321"/>
                  <a:pt x="132037" y="139303"/>
                  <a:pt x="109835" y="139303"/>
                </a:cubicBezTo>
                <a:lnTo>
                  <a:pt x="107156" y="139303"/>
                </a:lnTo>
                <a:cubicBezTo>
                  <a:pt x="101229" y="139303"/>
                  <a:pt x="96441" y="134515"/>
                  <a:pt x="96441" y="128588"/>
                </a:cubicBezTo>
                <a:cubicBezTo>
                  <a:pt x="96441" y="122660"/>
                  <a:pt x="101229" y="117872"/>
                  <a:pt x="107156" y="117872"/>
                </a:cubicBezTo>
                <a:lnTo>
                  <a:pt x="109835" y="117872"/>
                </a:lnTo>
                <a:cubicBezTo>
                  <a:pt x="120182" y="117872"/>
                  <a:pt x="128588" y="109467"/>
                  <a:pt x="128588" y="99120"/>
                </a:cubicBezTo>
                <a:lnTo>
                  <a:pt x="128588" y="96441"/>
                </a:lnTo>
                <a:lnTo>
                  <a:pt x="107156" y="96441"/>
                </a:lnTo>
                <a:cubicBezTo>
                  <a:pt x="95336" y="96441"/>
                  <a:pt x="85725" y="86830"/>
                  <a:pt x="85725" y="75009"/>
                </a:cubicBezTo>
                <a:lnTo>
                  <a:pt x="85725" y="53578"/>
                </a:lnTo>
                <a:cubicBezTo>
                  <a:pt x="85725" y="41757"/>
                  <a:pt x="95336" y="32147"/>
                  <a:pt x="107156" y="32147"/>
                </a:cubicBezTo>
                <a:lnTo>
                  <a:pt x="128588" y="32147"/>
                </a:lnTo>
                <a:cubicBezTo>
                  <a:pt x="140408" y="32147"/>
                  <a:pt x="150019" y="41757"/>
                  <a:pt x="150019" y="53578"/>
                </a:cubicBezTo>
                <a:lnTo>
                  <a:pt x="150019" y="99120"/>
                </a:lnTo>
                <a:close/>
                <a:moveTo>
                  <a:pt x="64294" y="99120"/>
                </a:moveTo>
                <a:cubicBezTo>
                  <a:pt x="64294" y="121321"/>
                  <a:pt x="46312" y="139303"/>
                  <a:pt x="24110" y="139303"/>
                </a:cubicBezTo>
                <a:lnTo>
                  <a:pt x="21431" y="139303"/>
                </a:lnTo>
                <a:cubicBezTo>
                  <a:pt x="15504" y="139303"/>
                  <a:pt x="10716" y="134515"/>
                  <a:pt x="10716" y="128588"/>
                </a:cubicBezTo>
                <a:cubicBezTo>
                  <a:pt x="10716" y="122660"/>
                  <a:pt x="15504" y="117872"/>
                  <a:pt x="21431" y="117872"/>
                </a:cubicBezTo>
                <a:lnTo>
                  <a:pt x="24110" y="117872"/>
                </a:lnTo>
                <a:cubicBezTo>
                  <a:pt x="34457" y="117872"/>
                  <a:pt x="42863" y="109467"/>
                  <a:pt x="42863" y="99120"/>
                </a:cubicBezTo>
                <a:lnTo>
                  <a:pt x="42863" y="96441"/>
                </a:lnTo>
                <a:lnTo>
                  <a:pt x="21431" y="96441"/>
                </a:lnTo>
                <a:cubicBezTo>
                  <a:pt x="9611" y="96441"/>
                  <a:pt x="0" y="86830"/>
                  <a:pt x="0" y="75009"/>
                </a:cubicBezTo>
                <a:lnTo>
                  <a:pt x="0" y="53578"/>
                </a:lnTo>
                <a:cubicBezTo>
                  <a:pt x="0" y="41757"/>
                  <a:pt x="9611" y="32147"/>
                  <a:pt x="21431" y="32147"/>
                </a:cubicBezTo>
                <a:lnTo>
                  <a:pt x="42863" y="32147"/>
                </a:lnTo>
                <a:cubicBezTo>
                  <a:pt x="54683" y="32147"/>
                  <a:pt x="64294" y="41757"/>
                  <a:pt x="64294" y="53578"/>
                </a:cubicBezTo>
                <a:lnTo>
                  <a:pt x="64294" y="99120"/>
                </a:lnTo>
                <a:close/>
              </a:path>
            </a:pathLst>
          </a:custGeom>
          <a:solidFill>
            <a:srgbClr val="E07A5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Existing Tools &amp; The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733551"/>
            <a:ext cx="3674745" cy="2065020"/>
          </a:xfrm>
          <a:custGeom>
            <a:avLst/>
            <a:gdLst/>
            <a:ahLst/>
            <a:cxnLst/>
            <a:rect l="l" t="t" r="r" b="b"/>
            <a:pathLst>
              <a:path w="3674745" h="20650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988821"/>
                </a:lnTo>
                <a:cubicBezTo>
                  <a:pt x="3674745" y="2030904"/>
                  <a:pt x="3640629" y="2065020"/>
                  <a:pt x="3598546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927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3420" y="20421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2059"/>
                </a:moveTo>
                <a:lnTo>
                  <a:pt x="76200" y="134124"/>
                </a:lnTo>
                <a:lnTo>
                  <a:pt x="76349" y="134064"/>
                </a:lnTo>
                <a:cubicBezTo>
                  <a:pt x="92601" y="127308"/>
                  <a:pt x="110044" y="123825"/>
                  <a:pt x="127635" y="123825"/>
                </a:cubicBezTo>
                <a:lnTo>
                  <a:pt x="133350" y="123825"/>
                </a:lnTo>
                <a:lnTo>
                  <a:pt x="133350" y="28575"/>
                </a:lnTo>
                <a:lnTo>
                  <a:pt x="127635" y="28575"/>
                </a:lnTo>
                <a:cubicBezTo>
                  <a:pt x="115074" y="28575"/>
                  <a:pt x="102602" y="31075"/>
                  <a:pt x="90994" y="35897"/>
                </a:cubicBezTo>
                <a:cubicBezTo>
                  <a:pt x="85993" y="37981"/>
                  <a:pt x="81052" y="40035"/>
                  <a:pt x="76200" y="42059"/>
                </a:cubicBezTo>
                <a:close/>
                <a:moveTo>
                  <a:pt x="68729" y="18306"/>
                </a:moveTo>
                <a:lnTo>
                  <a:pt x="76200" y="21431"/>
                </a:lnTo>
                <a:lnTo>
                  <a:pt x="83671" y="18306"/>
                </a:lnTo>
                <a:cubicBezTo>
                  <a:pt x="97601" y="12502"/>
                  <a:pt x="112544" y="9525"/>
                  <a:pt x="127635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128588"/>
                </a:lnTo>
                <a:cubicBezTo>
                  <a:pt x="152400" y="136475"/>
                  <a:pt x="146000" y="142875"/>
                  <a:pt x="138113" y="142875"/>
                </a:cubicBezTo>
                <a:lnTo>
                  <a:pt x="127635" y="142875"/>
                </a:lnTo>
                <a:cubicBezTo>
                  <a:pt x="112544" y="142875"/>
                  <a:pt x="97601" y="145852"/>
                  <a:pt x="83671" y="151656"/>
                </a:cubicBezTo>
                <a:lnTo>
                  <a:pt x="79861" y="153233"/>
                </a:lnTo>
                <a:cubicBezTo>
                  <a:pt x="77510" y="154216"/>
                  <a:pt x="74890" y="154216"/>
                  <a:pt x="72539" y="153233"/>
                </a:cubicBezTo>
                <a:lnTo>
                  <a:pt x="68729" y="151656"/>
                </a:lnTo>
                <a:cubicBezTo>
                  <a:pt x="54799" y="145852"/>
                  <a:pt x="39856" y="142875"/>
                  <a:pt x="24765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23813"/>
                </a:lnTo>
                <a:cubicBezTo>
                  <a:pt x="0" y="15925"/>
                  <a:pt x="6400" y="9525"/>
                  <a:pt x="14288" y="9525"/>
                </a:cubicBezTo>
                <a:lnTo>
                  <a:pt x="24765" y="9525"/>
                </a:lnTo>
                <a:cubicBezTo>
                  <a:pt x="39856" y="9525"/>
                  <a:pt x="54799" y="12502"/>
                  <a:pt x="68729" y="183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" y="1985009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Reading &amp; Focus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231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Microsoft Immersive Reader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6708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Beeline Reader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29184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Helperbird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" y="31661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ClaroRead / Visor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120" y="34137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Snap&amp;Read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8270" y="1733551"/>
            <a:ext cx="3674745" cy="2065020"/>
          </a:xfrm>
          <a:custGeom>
            <a:avLst/>
            <a:gdLst/>
            <a:ahLst/>
            <a:cxnLst/>
            <a:rect l="l" t="t" r="r" b="b"/>
            <a:pathLst>
              <a:path w="3674745" h="20650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988821"/>
                </a:lnTo>
                <a:cubicBezTo>
                  <a:pt x="3674745" y="2030904"/>
                  <a:pt x="3640629" y="2065020"/>
                  <a:pt x="3598546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2580" y="1927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85930" y="204215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0"/>
                </a:moveTo>
                <a:cubicBezTo>
                  <a:pt x="41374" y="0"/>
                  <a:pt x="28575" y="12799"/>
                  <a:pt x="28575" y="28575"/>
                </a:cubicBezTo>
                <a:lnTo>
                  <a:pt x="28575" y="66675"/>
                </a:lnTo>
                <a:cubicBezTo>
                  <a:pt x="28575" y="82451"/>
                  <a:pt x="41374" y="95250"/>
                  <a:pt x="57150" y="95250"/>
                </a:cubicBezTo>
                <a:cubicBezTo>
                  <a:pt x="72926" y="95250"/>
                  <a:pt x="85725" y="82451"/>
                  <a:pt x="85725" y="66675"/>
                </a:cubicBezTo>
                <a:lnTo>
                  <a:pt x="85725" y="28575"/>
                </a:lnTo>
                <a:cubicBezTo>
                  <a:pt x="85725" y="12799"/>
                  <a:pt x="72926" y="0"/>
                  <a:pt x="57150" y="0"/>
                </a:cubicBezTo>
                <a:close/>
                <a:moveTo>
                  <a:pt x="14288" y="54769"/>
                </a:moveTo>
                <a:cubicBezTo>
                  <a:pt x="14288" y="50810"/>
                  <a:pt x="11103" y="47625"/>
                  <a:pt x="7144" y="47625"/>
                </a:cubicBezTo>
                <a:cubicBezTo>
                  <a:pt x="3185" y="47625"/>
                  <a:pt x="0" y="50810"/>
                  <a:pt x="0" y="54769"/>
                </a:cubicBezTo>
                <a:lnTo>
                  <a:pt x="0" y="66675"/>
                </a:lnTo>
                <a:cubicBezTo>
                  <a:pt x="0" y="95816"/>
                  <a:pt x="21818" y="119866"/>
                  <a:pt x="50006" y="123379"/>
                </a:cubicBezTo>
                <a:lnTo>
                  <a:pt x="50006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78581" y="152400"/>
                </a:lnTo>
                <a:cubicBezTo>
                  <a:pt x="82540" y="152400"/>
                  <a:pt x="85725" y="149215"/>
                  <a:pt x="85725" y="145256"/>
                </a:cubicBezTo>
                <a:cubicBezTo>
                  <a:pt x="85725" y="141297"/>
                  <a:pt x="82540" y="138113"/>
                  <a:pt x="78581" y="138113"/>
                </a:cubicBezTo>
                <a:lnTo>
                  <a:pt x="64294" y="138113"/>
                </a:lnTo>
                <a:lnTo>
                  <a:pt x="64294" y="123379"/>
                </a:lnTo>
                <a:cubicBezTo>
                  <a:pt x="92482" y="119866"/>
                  <a:pt x="114300" y="95816"/>
                  <a:pt x="114300" y="66675"/>
                </a:cubicBezTo>
                <a:lnTo>
                  <a:pt x="114300" y="54769"/>
                </a:lnTo>
                <a:cubicBezTo>
                  <a:pt x="114300" y="50810"/>
                  <a:pt x="111115" y="47625"/>
                  <a:pt x="107156" y="47625"/>
                </a:cubicBezTo>
                <a:cubicBezTo>
                  <a:pt x="103197" y="47625"/>
                  <a:pt x="100013" y="50810"/>
                  <a:pt x="100013" y="54769"/>
                </a:cubicBezTo>
                <a:lnTo>
                  <a:pt x="100013" y="66675"/>
                </a:lnTo>
                <a:cubicBezTo>
                  <a:pt x="100013" y="90339"/>
                  <a:pt x="80814" y="109537"/>
                  <a:pt x="57150" y="109537"/>
                </a:cubicBezTo>
                <a:cubicBezTo>
                  <a:pt x="33486" y="109537"/>
                  <a:pt x="14288" y="90339"/>
                  <a:pt x="14288" y="66675"/>
                </a:cubicBezTo>
                <a:lnTo>
                  <a:pt x="14288" y="54769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947881" y="1985009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&amp; Text-to-Speech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52580" y="24231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Speechify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52580" y="26708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DyslexiaBuddy (2026)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2580" y="29184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NaturalReader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2580" y="31661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Voice Dream Reader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52580" y="34137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Ello Reading Coach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1731" y="1733551"/>
            <a:ext cx="3674745" cy="2065020"/>
          </a:xfrm>
          <a:custGeom>
            <a:avLst/>
            <a:gdLst/>
            <a:ahLst/>
            <a:cxnLst/>
            <a:rect l="l" t="t" r="r" b="b"/>
            <a:pathLst>
              <a:path w="3674745" h="20650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988821"/>
                </a:lnTo>
                <a:cubicBezTo>
                  <a:pt x="3674745" y="2030904"/>
                  <a:pt x="3640629" y="2065020"/>
                  <a:pt x="3598546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6041" y="1927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40341" y="20421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8821341" y="1985009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Fonts &amp; Writing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6041" y="24231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OpenDyslexic Font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6041" y="26708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Dyslexie Font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6041" y="29184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Ghotit Real Writer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6041" y="316610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Grammarly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6041" y="3413759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Co:Writer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4034792"/>
            <a:ext cx="5589270" cy="2198370"/>
          </a:xfrm>
          <a:custGeom>
            <a:avLst/>
            <a:gdLst/>
            <a:ahLst/>
            <a:cxnLst/>
            <a:rect l="l" t="t" r="r" b="b"/>
            <a:pathLst>
              <a:path w="5589270" h="2198370">
                <a:moveTo>
                  <a:pt x="76196" y="0"/>
                </a:moveTo>
                <a:lnTo>
                  <a:pt x="5513074" y="0"/>
                </a:lnTo>
                <a:cubicBezTo>
                  <a:pt x="5555156" y="0"/>
                  <a:pt x="5589270" y="34114"/>
                  <a:pt x="5589270" y="76196"/>
                </a:cubicBezTo>
                <a:lnTo>
                  <a:pt x="5589270" y="2122174"/>
                </a:lnTo>
                <a:cubicBezTo>
                  <a:pt x="5589270" y="2164256"/>
                  <a:pt x="5555156" y="2198370"/>
                  <a:pt x="5513074" y="2198370"/>
                </a:cubicBezTo>
                <a:lnTo>
                  <a:pt x="76196" y="2198370"/>
                </a:lnTo>
                <a:cubicBezTo>
                  <a:pt x="34114" y="2198370"/>
                  <a:pt x="0" y="2164256"/>
                  <a:pt x="0" y="212217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795" y="43051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902970" y="42672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ADHD Focus Tools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508" y="47814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874395" y="4724284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Goblin.tools: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breaks big tasks into tiny steps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508" y="50862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874395" y="5029084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Executive Assistant for scheduling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508" y="53910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874395" y="5333884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Brain.fm: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AI-generated focus music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508" y="56958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2" name="Text 40"/>
          <p:cNvSpPr/>
          <p:nvPr/>
        </p:nvSpPr>
        <p:spPr>
          <a:xfrm>
            <a:off x="874395" y="5638684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MindMate GPT: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Distraction manager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038602"/>
            <a:ext cx="5587365" cy="2186940"/>
          </a:xfrm>
          <a:custGeom>
            <a:avLst/>
            <a:gdLst/>
            <a:ahLst/>
            <a:cxnLst/>
            <a:rect l="l" t="t" r="r" b="b"/>
            <a:pathLst>
              <a:path w="5587365" h="2186940">
                <a:moveTo>
                  <a:pt x="76193" y="0"/>
                </a:moveTo>
                <a:lnTo>
                  <a:pt x="5511172" y="0"/>
                </a:lnTo>
                <a:cubicBezTo>
                  <a:pt x="5553252" y="0"/>
                  <a:pt x="5587365" y="34113"/>
                  <a:pt x="5587365" y="76193"/>
                </a:cubicBezTo>
                <a:lnTo>
                  <a:pt x="5587365" y="2110747"/>
                </a:lnTo>
                <a:cubicBezTo>
                  <a:pt x="5587365" y="2152827"/>
                  <a:pt x="5553252" y="2186940"/>
                  <a:pt x="5511172" y="2186940"/>
                </a:cubicBezTo>
                <a:lnTo>
                  <a:pt x="76193" y="2186940"/>
                </a:lnTo>
                <a:cubicBezTo>
                  <a:pt x="34113" y="2186940"/>
                  <a:pt x="0" y="2152827"/>
                  <a:pt x="0" y="211074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82715" y="43128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3"/>
          <p:cNvSpPr/>
          <p:nvPr/>
        </p:nvSpPr>
        <p:spPr>
          <a:xfrm>
            <a:off x="6739890" y="4274823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Gap We're Filling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3190" y="47700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735128" y="4731902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solutions: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single tool combines all features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73190" y="51129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735128" y="5074802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subscriptions: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need 5+ different tools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73190" y="54558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6735128" y="5417702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eye tracking: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hands-free reading innovation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73190" y="57987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6735128" y="5760602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integration: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work across all websites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.vecteezy.com/system/resources/previews/036/313/040/non_2x/abstract-minimalist-blue-background-with-silk-fabric-satin-texture-pattern-3d-effect-the-concept-of-dark-blue-gradient-background-free-vector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6" r="111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Introducing NeuroRead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95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562100"/>
            <a:ext cx="5676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all-in-one Chrome Extension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transforms how people with ADHD and Dyslexia experience digital content.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2908935"/>
            <a:ext cx="5551170" cy="1464945"/>
          </a:xfrm>
          <a:custGeom>
            <a:avLst/>
            <a:gdLst/>
            <a:ahLst/>
            <a:cxnLst/>
            <a:rect l="l" t="t" r="r" b="b"/>
            <a:pathLst>
              <a:path w="5551170" h="1464945">
                <a:moveTo>
                  <a:pt x="76206" y="0"/>
                </a:moveTo>
                <a:lnTo>
                  <a:pt x="5474964" y="0"/>
                </a:lnTo>
                <a:cubicBezTo>
                  <a:pt x="5517051" y="0"/>
                  <a:pt x="5551170" y="34119"/>
                  <a:pt x="5551170" y="76206"/>
                </a:cubicBezTo>
                <a:lnTo>
                  <a:pt x="5551170" y="1388739"/>
                </a:lnTo>
                <a:cubicBezTo>
                  <a:pt x="5551170" y="1430826"/>
                  <a:pt x="5517051" y="1464945"/>
                  <a:pt x="5474964" y="1464945"/>
                </a:cubicBezTo>
                <a:lnTo>
                  <a:pt x="76206" y="1464945"/>
                </a:lnTo>
                <a:cubicBezTo>
                  <a:pt x="34147" y="1464945"/>
                  <a:pt x="0" y="1430798"/>
                  <a:pt x="0" y="138873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" y="3141348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7220" y="3522348"/>
            <a:ext cx="51816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combine the best of existing tools with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DF2F4"/>
                </a:solidFill>
                <a:highlight>
                  <a:srgbClr val="E07A5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innovative new features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one seamless extension.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4610101"/>
            <a:ext cx="2693670" cy="902970"/>
          </a:xfrm>
          <a:custGeom>
            <a:avLst/>
            <a:gdLst/>
            <a:ahLst/>
            <a:cxnLst/>
            <a:rect l="l" t="t" r="r" b="b"/>
            <a:pathLst>
              <a:path w="2693670" h="902970">
                <a:moveTo>
                  <a:pt x="76202" y="0"/>
                </a:moveTo>
                <a:lnTo>
                  <a:pt x="2617468" y="0"/>
                </a:lnTo>
                <a:cubicBezTo>
                  <a:pt x="2659553" y="0"/>
                  <a:pt x="2693670" y="34117"/>
                  <a:pt x="2693670" y="76202"/>
                </a:cubicBezTo>
                <a:lnTo>
                  <a:pt x="2693670" y="826768"/>
                </a:lnTo>
                <a:cubicBezTo>
                  <a:pt x="2693670" y="868853"/>
                  <a:pt x="2659553" y="902970"/>
                  <a:pt x="26174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93056" y="47663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128259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on ANY website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42310" y="4610101"/>
            <a:ext cx="2693670" cy="902970"/>
          </a:xfrm>
          <a:custGeom>
            <a:avLst/>
            <a:gdLst/>
            <a:ahLst/>
            <a:cxnLst/>
            <a:rect l="l" t="t" r="r" b="b"/>
            <a:pathLst>
              <a:path w="2693670" h="902970">
                <a:moveTo>
                  <a:pt x="76202" y="0"/>
                </a:moveTo>
                <a:lnTo>
                  <a:pt x="2617468" y="0"/>
                </a:lnTo>
                <a:cubicBezTo>
                  <a:pt x="2659553" y="0"/>
                  <a:pt x="2693670" y="34117"/>
                  <a:pt x="2693670" y="76202"/>
                </a:cubicBezTo>
                <a:lnTo>
                  <a:pt x="2693670" y="826768"/>
                </a:lnTo>
                <a:cubicBezTo>
                  <a:pt x="2693670" y="868853"/>
                  <a:pt x="2659553" y="902970"/>
                  <a:pt x="26174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016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2697" y="476630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882" y="-13897"/>
                </a:moveTo>
                <a:cubicBezTo>
                  <a:pt x="17636" y="-19143"/>
                  <a:pt x="9153" y="-19143"/>
                  <a:pt x="3963" y="-13897"/>
                </a:cubicBezTo>
                <a:cubicBezTo>
                  <a:pt x="-1228" y="-8651"/>
                  <a:pt x="-1284" y="-167"/>
                  <a:pt x="3907" y="5079"/>
                </a:cubicBezTo>
                <a:lnTo>
                  <a:pt x="298586" y="299758"/>
                </a:lnTo>
                <a:cubicBezTo>
                  <a:pt x="303833" y="305005"/>
                  <a:pt x="312316" y="305005"/>
                  <a:pt x="317506" y="299758"/>
                </a:cubicBezTo>
                <a:cubicBezTo>
                  <a:pt x="322697" y="294512"/>
                  <a:pt x="322752" y="286029"/>
                  <a:pt x="317506" y="280839"/>
                </a:cubicBezTo>
                <a:lnTo>
                  <a:pt x="173850" y="137127"/>
                </a:lnTo>
                <a:cubicBezTo>
                  <a:pt x="204546" y="131043"/>
                  <a:pt x="227707" y="103919"/>
                  <a:pt x="227707" y="71438"/>
                </a:cubicBezTo>
                <a:cubicBezTo>
                  <a:pt x="227707" y="34435"/>
                  <a:pt x="197737" y="4465"/>
                  <a:pt x="160734" y="4465"/>
                </a:cubicBezTo>
                <a:cubicBezTo>
                  <a:pt x="128253" y="4465"/>
                  <a:pt x="101129" y="27626"/>
                  <a:pt x="95045" y="58322"/>
                </a:cubicBezTo>
                <a:lnTo>
                  <a:pt x="22882" y="-13897"/>
                </a:lnTo>
                <a:close/>
                <a:moveTo>
                  <a:pt x="131490" y="170445"/>
                </a:moveTo>
                <a:cubicBezTo>
                  <a:pt x="82544" y="176696"/>
                  <a:pt x="44648" y="218498"/>
                  <a:pt x="44648" y="269174"/>
                </a:cubicBezTo>
                <a:cubicBezTo>
                  <a:pt x="44648" y="278327"/>
                  <a:pt x="52071" y="285750"/>
                  <a:pt x="61224" y="285750"/>
                </a:cubicBezTo>
                <a:lnTo>
                  <a:pt x="246794" y="285750"/>
                </a:lnTo>
                <a:lnTo>
                  <a:pt x="131490" y="17044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3"/>
          <p:cNvSpPr/>
          <p:nvPr/>
        </p:nvSpPr>
        <p:spPr>
          <a:xfrm>
            <a:off x="3360420" y="5128259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account required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" y="5673092"/>
            <a:ext cx="2693670" cy="902970"/>
          </a:xfrm>
          <a:custGeom>
            <a:avLst/>
            <a:gdLst/>
            <a:ahLst/>
            <a:cxnLst/>
            <a:rect l="l" t="t" r="r" b="b"/>
            <a:pathLst>
              <a:path w="2693670" h="902970">
                <a:moveTo>
                  <a:pt x="76202" y="0"/>
                </a:moveTo>
                <a:lnTo>
                  <a:pt x="2617468" y="0"/>
                </a:lnTo>
                <a:cubicBezTo>
                  <a:pt x="2659553" y="0"/>
                  <a:pt x="2693670" y="34117"/>
                  <a:pt x="2693670" y="76202"/>
                </a:cubicBezTo>
                <a:lnTo>
                  <a:pt x="2693670" y="826768"/>
                </a:lnTo>
                <a:cubicBezTo>
                  <a:pt x="2693670" y="868853"/>
                  <a:pt x="2659553" y="902970"/>
                  <a:pt x="26174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93056" y="58293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1912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Privacy-focused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42310" y="5673092"/>
            <a:ext cx="2693670" cy="902970"/>
          </a:xfrm>
          <a:custGeom>
            <a:avLst/>
            <a:gdLst/>
            <a:ahLst/>
            <a:cxnLst/>
            <a:rect l="l" t="t" r="r" b="b"/>
            <a:pathLst>
              <a:path w="2693670" h="902970">
                <a:moveTo>
                  <a:pt x="76202" y="0"/>
                </a:moveTo>
                <a:lnTo>
                  <a:pt x="2617468" y="0"/>
                </a:lnTo>
                <a:cubicBezTo>
                  <a:pt x="2659553" y="0"/>
                  <a:pt x="2693670" y="34117"/>
                  <a:pt x="2693670" y="76202"/>
                </a:cubicBezTo>
                <a:lnTo>
                  <a:pt x="2693670" y="826768"/>
                </a:lnTo>
                <a:cubicBezTo>
                  <a:pt x="2693670" y="868853"/>
                  <a:pt x="2659553" y="902970"/>
                  <a:pt x="26174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016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50556" y="58293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90134" y="94822"/>
                </a:moveTo>
                <a:cubicBezTo>
                  <a:pt x="83325" y="91920"/>
                  <a:pt x="75456" y="95045"/>
                  <a:pt x="72554" y="101854"/>
                </a:cubicBezTo>
                <a:cubicBezTo>
                  <a:pt x="69652" y="108663"/>
                  <a:pt x="72777" y="116532"/>
                  <a:pt x="79586" y="119435"/>
                </a:cubicBezTo>
                <a:lnTo>
                  <a:pt x="86227" y="122281"/>
                </a:lnTo>
                <a:cubicBezTo>
                  <a:pt x="95883" y="126411"/>
                  <a:pt x="105873" y="129480"/>
                  <a:pt x="116142" y="131378"/>
                </a:cubicBezTo>
                <a:lnTo>
                  <a:pt x="116142" y="159339"/>
                </a:lnTo>
                <a:cubicBezTo>
                  <a:pt x="116142" y="161739"/>
                  <a:pt x="115751" y="164139"/>
                  <a:pt x="114970" y="166371"/>
                </a:cubicBezTo>
                <a:lnTo>
                  <a:pt x="98952" y="214424"/>
                </a:lnTo>
                <a:cubicBezTo>
                  <a:pt x="96608" y="221456"/>
                  <a:pt x="100403" y="229046"/>
                  <a:pt x="107435" y="231391"/>
                </a:cubicBezTo>
                <a:cubicBezTo>
                  <a:pt x="114467" y="233735"/>
                  <a:pt x="122058" y="229939"/>
                  <a:pt x="124402" y="222907"/>
                </a:cubicBezTo>
                <a:lnTo>
                  <a:pt x="138019" y="182054"/>
                </a:lnTo>
                <a:cubicBezTo>
                  <a:pt x="138745" y="179933"/>
                  <a:pt x="140698" y="178482"/>
                  <a:pt x="142931" y="178482"/>
                </a:cubicBezTo>
                <a:cubicBezTo>
                  <a:pt x="145163" y="178482"/>
                  <a:pt x="147172" y="179933"/>
                  <a:pt x="147842" y="182054"/>
                </a:cubicBezTo>
                <a:lnTo>
                  <a:pt x="161460" y="222907"/>
                </a:lnTo>
                <a:cubicBezTo>
                  <a:pt x="163804" y="229939"/>
                  <a:pt x="171394" y="233735"/>
                  <a:pt x="178426" y="231391"/>
                </a:cubicBezTo>
                <a:cubicBezTo>
                  <a:pt x="185458" y="229046"/>
                  <a:pt x="189198" y="221568"/>
                  <a:pt x="186854" y="214536"/>
                </a:cubicBezTo>
                <a:lnTo>
                  <a:pt x="170836" y="166483"/>
                </a:lnTo>
                <a:cubicBezTo>
                  <a:pt x="170055" y="164195"/>
                  <a:pt x="169664" y="161851"/>
                  <a:pt x="169664" y="159451"/>
                </a:cubicBezTo>
                <a:lnTo>
                  <a:pt x="169664" y="131490"/>
                </a:lnTo>
                <a:cubicBezTo>
                  <a:pt x="179933" y="129536"/>
                  <a:pt x="189923" y="126523"/>
                  <a:pt x="199579" y="122393"/>
                </a:cubicBezTo>
                <a:lnTo>
                  <a:pt x="206220" y="119546"/>
                </a:lnTo>
                <a:cubicBezTo>
                  <a:pt x="213029" y="116644"/>
                  <a:pt x="216154" y="108775"/>
                  <a:pt x="213252" y="101966"/>
                </a:cubicBezTo>
                <a:cubicBezTo>
                  <a:pt x="210350" y="95157"/>
                  <a:pt x="202481" y="92032"/>
                  <a:pt x="195672" y="94934"/>
                </a:cubicBezTo>
                <a:lnTo>
                  <a:pt x="189030" y="97668"/>
                </a:lnTo>
                <a:cubicBezTo>
                  <a:pt x="174464" y="103919"/>
                  <a:pt x="158781" y="107156"/>
                  <a:pt x="142875" y="107156"/>
                </a:cubicBezTo>
                <a:cubicBezTo>
                  <a:pt x="126969" y="107156"/>
                  <a:pt x="111342" y="103919"/>
                  <a:pt x="96720" y="97668"/>
                </a:cubicBezTo>
                <a:lnTo>
                  <a:pt x="90078" y="94822"/>
                </a:lnTo>
                <a:close/>
                <a:moveTo>
                  <a:pt x="142875" y="89297"/>
                </a:moveTo>
                <a:cubicBezTo>
                  <a:pt x="155196" y="89297"/>
                  <a:pt x="165199" y="79294"/>
                  <a:pt x="165199" y="66973"/>
                </a:cubicBezTo>
                <a:cubicBezTo>
                  <a:pt x="165199" y="54652"/>
                  <a:pt x="155196" y="44648"/>
                  <a:pt x="142875" y="44648"/>
                </a:cubicBezTo>
                <a:cubicBezTo>
                  <a:pt x="130554" y="44648"/>
                  <a:pt x="120551" y="54652"/>
                  <a:pt x="120551" y="66973"/>
                </a:cubicBezTo>
                <a:cubicBezTo>
                  <a:pt x="120551" y="79294"/>
                  <a:pt x="130554" y="89297"/>
                  <a:pt x="142875" y="8929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19"/>
          <p:cNvSpPr/>
          <p:nvPr/>
        </p:nvSpPr>
        <p:spPr>
          <a:xfrm>
            <a:off x="3360420" y="61912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accessible UI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52210" y="2337435"/>
            <a:ext cx="5551170" cy="1264920"/>
          </a:xfrm>
          <a:custGeom>
            <a:avLst/>
            <a:gdLst/>
            <a:ahLst/>
            <a:cxnLst/>
            <a:rect l="l" t="t" r="r" b="b"/>
            <a:pathLst>
              <a:path w="5551170" h="1264920">
                <a:moveTo>
                  <a:pt x="76199" y="0"/>
                </a:moveTo>
                <a:lnTo>
                  <a:pt x="5474971" y="0"/>
                </a:lnTo>
                <a:cubicBezTo>
                  <a:pt x="5517055" y="0"/>
                  <a:pt x="5551170" y="34115"/>
                  <a:pt x="5551170" y="76199"/>
                </a:cubicBezTo>
                <a:lnTo>
                  <a:pt x="5551170" y="1188721"/>
                </a:lnTo>
                <a:cubicBezTo>
                  <a:pt x="5551170" y="1230805"/>
                  <a:pt x="5517055" y="1264920"/>
                  <a:pt x="547497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25507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567964" y="268414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3"/>
          <p:cNvSpPr/>
          <p:nvPr/>
        </p:nvSpPr>
        <p:spPr>
          <a:xfrm>
            <a:off x="7056120" y="2531748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Keyboard Navigable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056120" y="2798448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keyboard shortcuts support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46520" y="3141348"/>
            <a:ext cx="1504950" cy="266700"/>
          </a:xfrm>
          <a:custGeom>
            <a:avLst/>
            <a:gdLst/>
            <a:ahLst/>
            <a:cxnLst/>
            <a:rect l="l" t="t" r="r" b="b"/>
            <a:pathLst>
              <a:path w="1504950" h="266700">
                <a:moveTo>
                  <a:pt x="38101" y="0"/>
                </a:moveTo>
                <a:lnTo>
                  <a:pt x="1466849" y="0"/>
                </a:lnTo>
                <a:cubicBezTo>
                  <a:pt x="1487892" y="0"/>
                  <a:pt x="1504950" y="17058"/>
                  <a:pt x="1504950" y="38101"/>
                </a:cubicBezTo>
                <a:lnTo>
                  <a:pt x="1504950" y="228599"/>
                </a:lnTo>
                <a:cubicBezTo>
                  <a:pt x="1504950" y="249642"/>
                  <a:pt x="1487892" y="266700"/>
                  <a:pt x="1466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3141348"/>
            <a:ext cx="1571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 + B: Bionic Reading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063270" y="3141348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38101" y="0"/>
                </a:moveTo>
                <a:lnTo>
                  <a:pt x="1314449" y="0"/>
                </a:lnTo>
                <a:cubicBezTo>
                  <a:pt x="1335492" y="0"/>
                  <a:pt x="1352550" y="17058"/>
                  <a:pt x="1352550" y="38101"/>
                </a:cubicBezTo>
                <a:lnTo>
                  <a:pt x="1352550" y="228599"/>
                </a:lnTo>
                <a:cubicBezTo>
                  <a:pt x="1352550" y="249642"/>
                  <a:pt x="1335492" y="266700"/>
                  <a:pt x="1314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063270" y="3141348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 + F: Focus Mode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52210" y="3762376"/>
            <a:ext cx="5551170" cy="998220"/>
          </a:xfrm>
          <a:custGeom>
            <a:avLst/>
            <a:gdLst/>
            <a:ahLst/>
            <a:cxnLst/>
            <a:rect l="l" t="t" r="r" b="b"/>
            <a:pathLst>
              <a:path w="5551170" h="998220">
                <a:moveTo>
                  <a:pt x="76204" y="0"/>
                </a:moveTo>
                <a:lnTo>
                  <a:pt x="5474966" y="0"/>
                </a:lnTo>
                <a:cubicBezTo>
                  <a:pt x="5517052" y="0"/>
                  <a:pt x="5551170" y="34118"/>
                  <a:pt x="5551170" y="76204"/>
                </a:cubicBezTo>
                <a:lnTo>
                  <a:pt x="5551170" y="922016"/>
                </a:lnTo>
                <a:cubicBezTo>
                  <a:pt x="5551170" y="964102"/>
                  <a:pt x="5517052" y="998220"/>
                  <a:pt x="54749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46520" y="39757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579870" y="41090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1238" y="112"/>
                </a:moveTo>
                <a:cubicBezTo>
                  <a:pt x="137926" y="558"/>
                  <a:pt x="134838" y="2418"/>
                  <a:pt x="132904" y="5358"/>
                </a:cubicBezTo>
                <a:cubicBezTo>
                  <a:pt x="130373" y="9227"/>
                  <a:pt x="130299" y="14325"/>
                  <a:pt x="132755" y="18231"/>
                </a:cubicBezTo>
                <a:cubicBezTo>
                  <a:pt x="134838" y="21543"/>
                  <a:pt x="138522" y="22957"/>
                  <a:pt x="141610" y="25115"/>
                </a:cubicBezTo>
                <a:cubicBezTo>
                  <a:pt x="144400" y="27050"/>
                  <a:pt x="148158" y="30026"/>
                  <a:pt x="151916" y="34119"/>
                </a:cubicBezTo>
                <a:cubicBezTo>
                  <a:pt x="159358" y="42193"/>
                  <a:pt x="166613" y="54322"/>
                  <a:pt x="166613" y="71438"/>
                </a:cubicBezTo>
                <a:cubicBezTo>
                  <a:pt x="166613" y="78023"/>
                  <a:pt x="171934" y="83344"/>
                  <a:pt x="178519" y="83344"/>
                </a:cubicBezTo>
                <a:cubicBezTo>
                  <a:pt x="185105" y="83344"/>
                  <a:pt x="190426" y="78023"/>
                  <a:pt x="190426" y="71438"/>
                </a:cubicBezTo>
                <a:cubicBezTo>
                  <a:pt x="190426" y="46881"/>
                  <a:pt x="179822" y="29245"/>
                  <a:pt x="169404" y="17971"/>
                </a:cubicBezTo>
                <a:cubicBezTo>
                  <a:pt x="164232" y="12353"/>
                  <a:pt x="159060" y="8260"/>
                  <a:pt x="155153" y="5581"/>
                </a:cubicBezTo>
                <a:cubicBezTo>
                  <a:pt x="151061" y="2753"/>
                  <a:pt x="146410" y="-595"/>
                  <a:pt x="141163" y="112"/>
                </a:cubicBezTo>
                <a:close/>
                <a:moveTo>
                  <a:pt x="89297" y="47625"/>
                </a:moveTo>
                <a:cubicBezTo>
                  <a:pt x="67866" y="47625"/>
                  <a:pt x="50192" y="63847"/>
                  <a:pt x="47885" y="84646"/>
                </a:cubicBezTo>
                <a:cubicBezTo>
                  <a:pt x="47179" y="91194"/>
                  <a:pt x="41263" y="95883"/>
                  <a:pt x="34751" y="95176"/>
                </a:cubicBezTo>
                <a:cubicBezTo>
                  <a:pt x="28240" y="94469"/>
                  <a:pt x="23515" y="88553"/>
                  <a:pt x="24222" y="82042"/>
                </a:cubicBezTo>
                <a:cubicBezTo>
                  <a:pt x="27831" y="49299"/>
                  <a:pt x="55587" y="23812"/>
                  <a:pt x="89297" y="23812"/>
                </a:cubicBezTo>
                <a:cubicBezTo>
                  <a:pt x="125462" y="23812"/>
                  <a:pt x="154781" y="53132"/>
                  <a:pt x="154781" y="89297"/>
                </a:cubicBezTo>
                <a:cubicBezTo>
                  <a:pt x="154781" y="106412"/>
                  <a:pt x="148196" y="122002"/>
                  <a:pt x="137443" y="133685"/>
                </a:cubicBezTo>
                <a:cubicBezTo>
                  <a:pt x="132978" y="138522"/>
                  <a:pt x="130969" y="142912"/>
                  <a:pt x="130969" y="146596"/>
                </a:cubicBezTo>
                <a:lnTo>
                  <a:pt x="130969" y="148865"/>
                </a:lnTo>
                <a:cubicBezTo>
                  <a:pt x="130969" y="171896"/>
                  <a:pt x="112328" y="190537"/>
                  <a:pt x="89297" y="190537"/>
                </a:cubicBezTo>
                <a:cubicBezTo>
                  <a:pt x="82711" y="190537"/>
                  <a:pt x="77391" y="185217"/>
                  <a:pt x="77391" y="178631"/>
                </a:cubicBezTo>
                <a:cubicBezTo>
                  <a:pt x="77391" y="172045"/>
                  <a:pt x="82711" y="166725"/>
                  <a:pt x="89297" y="166725"/>
                </a:cubicBezTo>
                <a:cubicBezTo>
                  <a:pt x="99157" y="166725"/>
                  <a:pt x="107156" y="158725"/>
                  <a:pt x="107156" y="148865"/>
                </a:cubicBezTo>
                <a:lnTo>
                  <a:pt x="107156" y="146596"/>
                </a:lnTo>
                <a:cubicBezTo>
                  <a:pt x="107156" y="134355"/>
                  <a:pt x="113630" y="124420"/>
                  <a:pt x="119955" y="117574"/>
                </a:cubicBezTo>
                <a:cubicBezTo>
                  <a:pt x="126802" y="110133"/>
                  <a:pt x="130969" y="100236"/>
                  <a:pt x="130969" y="89334"/>
                </a:cubicBezTo>
                <a:cubicBezTo>
                  <a:pt x="130969" y="66303"/>
                  <a:pt x="112328" y="47662"/>
                  <a:pt x="89297" y="47662"/>
                </a:cubicBezTo>
                <a:close/>
                <a:moveTo>
                  <a:pt x="0" y="178594"/>
                </a:moveTo>
                <a:cubicBezTo>
                  <a:pt x="0" y="172023"/>
                  <a:pt x="5335" y="166688"/>
                  <a:pt x="11906" y="166688"/>
                </a:cubicBezTo>
                <a:cubicBezTo>
                  <a:pt x="18477" y="166688"/>
                  <a:pt x="23812" y="172023"/>
                  <a:pt x="23812" y="178594"/>
                </a:cubicBezTo>
                <a:cubicBezTo>
                  <a:pt x="23812" y="185165"/>
                  <a:pt x="18477" y="190500"/>
                  <a:pt x="11906" y="190500"/>
                </a:cubicBezTo>
                <a:cubicBezTo>
                  <a:pt x="5335" y="190500"/>
                  <a:pt x="0" y="185165"/>
                  <a:pt x="0" y="178594"/>
                </a:cubicBezTo>
                <a:close/>
                <a:moveTo>
                  <a:pt x="59531" y="142875"/>
                </a:moveTo>
                <a:cubicBezTo>
                  <a:pt x="66102" y="142875"/>
                  <a:pt x="71438" y="137540"/>
                  <a:pt x="71438" y="130969"/>
                </a:cubicBezTo>
                <a:cubicBezTo>
                  <a:pt x="71438" y="124398"/>
                  <a:pt x="66102" y="119063"/>
                  <a:pt x="59531" y="119063"/>
                </a:cubicBezTo>
                <a:cubicBezTo>
                  <a:pt x="52960" y="119063"/>
                  <a:pt x="47625" y="124398"/>
                  <a:pt x="47625" y="130969"/>
                </a:cubicBezTo>
                <a:cubicBezTo>
                  <a:pt x="47625" y="137540"/>
                  <a:pt x="52960" y="142875"/>
                  <a:pt x="59531" y="142875"/>
                </a:cubicBezTo>
                <a:close/>
                <a:moveTo>
                  <a:pt x="32221" y="134466"/>
                </a:moveTo>
                <a:cubicBezTo>
                  <a:pt x="27570" y="129815"/>
                  <a:pt x="20017" y="129815"/>
                  <a:pt x="15367" y="134466"/>
                </a:cubicBezTo>
                <a:cubicBezTo>
                  <a:pt x="10716" y="139117"/>
                  <a:pt x="10716" y="146670"/>
                  <a:pt x="15367" y="151321"/>
                </a:cubicBezTo>
                <a:lnTo>
                  <a:pt x="39179" y="175133"/>
                </a:lnTo>
                <a:cubicBezTo>
                  <a:pt x="43830" y="179784"/>
                  <a:pt x="51383" y="179784"/>
                  <a:pt x="56034" y="175133"/>
                </a:cubicBezTo>
                <a:cubicBezTo>
                  <a:pt x="60685" y="170483"/>
                  <a:pt x="60685" y="162930"/>
                  <a:pt x="56034" y="158279"/>
                </a:cubicBezTo>
                <a:lnTo>
                  <a:pt x="32221" y="134466"/>
                </a:lnTo>
                <a:close/>
                <a:moveTo>
                  <a:pt x="89297" y="77391"/>
                </a:moveTo>
                <a:cubicBezTo>
                  <a:pt x="82711" y="77391"/>
                  <a:pt x="77391" y="82711"/>
                  <a:pt x="77391" y="89297"/>
                </a:cubicBezTo>
                <a:cubicBezTo>
                  <a:pt x="77391" y="94245"/>
                  <a:pt x="73409" y="98227"/>
                  <a:pt x="68461" y="98227"/>
                </a:cubicBezTo>
                <a:cubicBezTo>
                  <a:pt x="63512" y="98227"/>
                  <a:pt x="59531" y="94245"/>
                  <a:pt x="59531" y="89297"/>
                </a:cubicBezTo>
                <a:cubicBezTo>
                  <a:pt x="59531" y="72851"/>
                  <a:pt x="72851" y="59531"/>
                  <a:pt x="89297" y="59531"/>
                </a:cubicBezTo>
                <a:cubicBezTo>
                  <a:pt x="105742" y="59531"/>
                  <a:pt x="119063" y="72851"/>
                  <a:pt x="119063" y="89297"/>
                </a:cubicBezTo>
                <a:cubicBezTo>
                  <a:pt x="119063" y="94245"/>
                  <a:pt x="115081" y="98227"/>
                  <a:pt x="110133" y="98227"/>
                </a:cubicBezTo>
                <a:cubicBezTo>
                  <a:pt x="105184" y="98227"/>
                  <a:pt x="101203" y="94245"/>
                  <a:pt x="101203" y="89297"/>
                </a:cubicBezTo>
                <a:cubicBezTo>
                  <a:pt x="101203" y="82711"/>
                  <a:pt x="95883" y="77391"/>
                  <a:pt x="89297" y="7739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2"/>
          <p:cNvSpPr/>
          <p:nvPr/>
        </p:nvSpPr>
        <p:spPr>
          <a:xfrm>
            <a:off x="7056120" y="3956684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Screen Reader Compatible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56120" y="4223384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assistive technologies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52210" y="4920617"/>
            <a:ext cx="5551170" cy="883920"/>
          </a:xfrm>
          <a:custGeom>
            <a:avLst/>
            <a:gdLst/>
            <a:ahLst/>
            <a:cxnLst/>
            <a:rect l="l" t="t" r="r" b="b"/>
            <a:pathLst>
              <a:path w="5551170" h="883920">
                <a:moveTo>
                  <a:pt x="76203" y="0"/>
                </a:moveTo>
                <a:lnTo>
                  <a:pt x="5474967" y="0"/>
                </a:lnTo>
                <a:cubicBezTo>
                  <a:pt x="5517053" y="0"/>
                  <a:pt x="5551170" y="34117"/>
                  <a:pt x="5551170" y="76203"/>
                </a:cubicBezTo>
                <a:lnTo>
                  <a:pt x="5551170" y="807717"/>
                </a:lnTo>
                <a:cubicBezTo>
                  <a:pt x="5551170" y="849803"/>
                  <a:pt x="5517053" y="883920"/>
                  <a:pt x="54749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5133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556057" y="52673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7"/>
          <p:cNvSpPr/>
          <p:nvPr/>
        </p:nvSpPr>
        <p:spPr>
          <a:xfrm>
            <a:off x="7056120" y="511492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56120" y="5381625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data never leaves your device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spc="58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&amp; INNOVATION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Eight Powerful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783" y="1176905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0" y="0"/>
                </a:moveTo>
                <a:lnTo>
                  <a:pt x="882679" y="0"/>
                </a:lnTo>
                <a:lnTo>
                  <a:pt x="882679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71461" y="1438031"/>
            <a:ext cx="2747338" cy="2397944"/>
          </a:xfrm>
          <a:custGeom>
            <a:avLst/>
            <a:gdLst/>
            <a:ahLst/>
            <a:cxnLst/>
            <a:rect l="l" t="t" r="r" b="b"/>
            <a:pathLst>
              <a:path w="2747338" h="2397944">
                <a:moveTo>
                  <a:pt x="73545" y="0"/>
                </a:moveTo>
                <a:lnTo>
                  <a:pt x="2673793" y="0"/>
                </a:lnTo>
                <a:cubicBezTo>
                  <a:pt x="2714410" y="0"/>
                  <a:pt x="2747338" y="32927"/>
                  <a:pt x="2747338" y="73545"/>
                </a:cubicBezTo>
                <a:lnTo>
                  <a:pt x="2747338" y="2324399"/>
                </a:lnTo>
                <a:cubicBezTo>
                  <a:pt x="2747338" y="2365017"/>
                  <a:pt x="2714410" y="2397944"/>
                  <a:pt x="2673793" y="2397944"/>
                </a:cubicBezTo>
                <a:lnTo>
                  <a:pt x="73545" y="2397944"/>
                </a:lnTo>
                <a:cubicBezTo>
                  <a:pt x="32927" y="2397944"/>
                  <a:pt x="0" y="2365017"/>
                  <a:pt x="0" y="2324399"/>
                </a:cubicBezTo>
                <a:lnTo>
                  <a:pt x="0" y="73545"/>
                </a:lnTo>
                <a:cubicBezTo>
                  <a:pt x="0" y="32954"/>
                  <a:pt x="32954" y="0"/>
                  <a:pt x="735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2252" y="158882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3962" y="1717548"/>
            <a:ext cx="137919" cy="183891"/>
          </a:xfrm>
          <a:custGeom>
            <a:avLst/>
            <a:gdLst/>
            <a:ahLst/>
            <a:cxnLst/>
            <a:rect l="l" t="t" r="r" b="b"/>
            <a:pathLst>
              <a:path w="137919" h="183891">
                <a:moveTo>
                  <a:pt x="11493" y="11493"/>
                </a:moveTo>
                <a:cubicBezTo>
                  <a:pt x="5136" y="11493"/>
                  <a:pt x="0" y="16629"/>
                  <a:pt x="0" y="22986"/>
                </a:cubicBezTo>
                <a:cubicBezTo>
                  <a:pt x="0" y="29344"/>
                  <a:pt x="5136" y="34480"/>
                  <a:pt x="11493" y="34480"/>
                </a:cubicBezTo>
                <a:lnTo>
                  <a:pt x="22986" y="34480"/>
                </a:lnTo>
                <a:lnTo>
                  <a:pt x="22986" y="149412"/>
                </a:lnTo>
                <a:lnTo>
                  <a:pt x="11493" y="149412"/>
                </a:lnTo>
                <a:cubicBezTo>
                  <a:pt x="5136" y="149412"/>
                  <a:pt x="0" y="154548"/>
                  <a:pt x="0" y="160905"/>
                </a:cubicBezTo>
                <a:cubicBezTo>
                  <a:pt x="0" y="167262"/>
                  <a:pt x="5136" y="172398"/>
                  <a:pt x="11493" y="172398"/>
                </a:cubicBezTo>
                <a:lnTo>
                  <a:pt x="91946" y="172398"/>
                </a:lnTo>
                <a:cubicBezTo>
                  <a:pt x="117339" y="172398"/>
                  <a:pt x="137919" y="151818"/>
                  <a:pt x="137919" y="126425"/>
                </a:cubicBezTo>
                <a:cubicBezTo>
                  <a:pt x="137919" y="109724"/>
                  <a:pt x="129011" y="95070"/>
                  <a:pt x="115650" y="87025"/>
                </a:cubicBezTo>
                <a:cubicBezTo>
                  <a:pt x="122367" y="79016"/>
                  <a:pt x="126425" y="68708"/>
                  <a:pt x="126425" y="57466"/>
                </a:cubicBezTo>
                <a:cubicBezTo>
                  <a:pt x="126425" y="32073"/>
                  <a:pt x="105845" y="11493"/>
                  <a:pt x="80452" y="11493"/>
                </a:cubicBezTo>
                <a:lnTo>
                  <a:pt x="11493" y="11493"/>
                </a:lnTo>
                <a:close/>
                <a:moveTo>
                  <a:pt x="103439" y="57466"/>
                </a:moveTo>
                <a:cubicBezTo>
                  <a:pt x="103439" y="70145"/>
                  <a:pt x="93131" y="80452"/>
                  <a:pt x="80452" y="80452"/>
                </a:cubicBezTo>
                <a:lnTo>
                  <a:pt x="45973" y="80452"/>
                </a:lnTo>
                <a:lnTo>
                  <a:pt x="45973" y="34480"/>
                </a:lnTo>
                <a:lnTo>
                  <a:pt x="80452" y="34480"/>
                </a:lnTo>
                <a:cubicBezTo>
                  <a:pt x="93131" y="34480"/>
                  <a:pt x="103439" y="44788"/>
                  <a:pt x="103439" y="57466"/>
                </a:cubicBezTo>
                <a:close/>
                <a:moveTo>
                  <a:pt x="45973" y="149412"/>
                </a:moveTo>
                <a:lnTo>
                  <a:pt x="45973" y="103439"/>
                </a:lnTo>
                <a:lnTo>
                  <a:pt x="91946" y="103439"/>
                </a:lnTo>
                <a:cubicBezTo>
                  <a:pt x="104624" y="103439"/>
                  <a:pt x="114932" y="113747"/>
                  <a:pt x="114932" y="126425"/>
                </a:cubicBezTo>
                <a:cubicBezTo>
                  <a:pt x="114932" y="139104"/>
                  <a:pt x="104624" y="149412"/>
                  <a:pt x="91946" y="149412"/>
                </a:cubicBezTo>
                <a:lnTo>
                  <a:pt x="45973" y="14941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522252" y="2140499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Bionic Reading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252" y="2471503"/>
            <a:ext cx="2510118" cy="83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 the first half of words to create visual anchor points. Scientifically proven to improve reading speed and comprehension.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252" y="3422222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2252" y="3536233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DYSLEXIA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2807" y="1438031"/>
            <a:ext cx="2747338" cy="2397944"/>
          </a:xfrm>
          <a:custGeom>
            <a:avLst/>
            <a:gdLst/>
            <a:ahLst/>
            <a:cxnLst/>
            <a:rect l="l" t="t" r="r" b="b"/>
            <a:pathLst>
              <a:path w="2747338" h="2397944">
                <a:moveTo>
                  <a:pt x="73545" y="0"/>
                </a:moveTo>
                <a:lnTo>
                  <a:pt x="2673793" y="0"/>
                </a:lnTo>
                <a:cubicBezTo>
                  <a:pt x="2714410" y="0"/>
                  <a:pt x="2747338" y="32927"/>
                  <a:pt x="2747338" y="73545"/>
                </a:cubicBezTo>
                <a:lnTo>
                  <a:pt x="2747338" y="2324399"/>
                </a:lnTo>
                <a:cubicBezTo>
                  <a:pt x="2747338" y="2365017"/>
                  <a:pt x="2714410" y="2397944"/>
                  <a:pt x="2673793" y="2397944"/>
                </a:cubicBezTo>
                <a:lnTo>
                  <a:pt x="73545" y="2397944"/>
                </a:lnTo>
                <a:cubicBezTo>
                  <a:pt x="32927" y="2397944"/>
                  <a:pt x="0" y="2365017"/>
                  <a:pt x="0" y="2324399"/>
                </a:cubicBezTo>
                <a:lnTo>
                  <a:pt x="0" y="73545"/>
                </a:lnTo>
                <a:cubicBezTo>
                  <a:pt x="0" y="32954"/>
                  <a:pt x="32954" y="0"/>
                  <a:pt x="735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3598" y="158882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540829" y="1717548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4726" y="-8943"/>
                </a:moveTo>
                <a:cubicBezTo>
                  <a:pt x="11350" y="-12319"/>
                  <a:pt x="5890" y="-12319"/>
                  <a:pt x="2550" y="-8943"/>
                </a:cubicBezTo>
                <a:cubicBezTo>
                  <a:pt x="-790" y="-5567"/>
                  <a:pt x="-826" y="-108"/>
                  <a:pt x="2514" y="3268"/>
                </a:cubicBezTo>
                <a:lnTo>
                  <a:pt x="192152" y="192906"/>
                </a:lnTo>
                <a:cubicBezTo>
                  <a:pt x="195528" y="196283"/>
                  <a:pt x="200988" y="196283"/>
                  <a:pt x="204328" y="192906"/>
                </a:cubicBezTo>
                <a:cubicBezTo>
                  <a:pt x="207668" y="189530"/>
                  <a:pt x="207704" y="184071"/>
                  <a:pt x="204328" y="180731"/>
                </a:cubicBezTo>
                <a:lnTo>
                  <a:pt x="169704" y="146107"/>
                </a:lnTo>
                <a:cubicBezTo>
                  <a:pt x="170674" y="145245"/>
                  <a:pt x="171644" y="144383"/>
                  <a:pt x="172578" y="143521"/>
                </a:cubicBezTo>
                <a:cubicBezTo>
                  <a:pt x="189387" y="127898"/>
                  <a:pt x="200628" y="109257"/>
                  <a:pt x="205980" y="96435"/>
                </a:cubicBezTo>
                <a:cubicBezTo>
                  <a:pt x="207165" y="93598"/>
                  <a:pt x="207165" y="90437"/>
                  <a:pt x="205980" y="87600"/>
                </a:cubicBezTo>
                <a:cubicBezTo>
                  <a:pt x="200628" y="74778"/>
                  <a:pt x="189387" y="56101"/>
                  <a:pt x="172578" y="40514"/>
                </a:cubicBezTo>
                <a:cubicBezTo>
                  <a:pt x="155661" y="24818"/>
                  <a:pt x="132423" y="11565"/>
                  <a:pt x="103403" y="11565"/>
                </a:cubicBezTo>
                <a:cubicBezTo>
                  <a:pt x="83003" y="11565"/>
                  <a:pt x="65475" y="18102"/>
                  <a:pt x="50965" y="27440"/>
                </a:cubicBezTo>
                <a:lnTo>
                  <a:pt x="14726" y="-8943"/>
                </a:lnTo>
                <a:close/>
                <a:moveTo>
                  <a:pt x="73449" y="49816"/>
                </a:moveTo>
                <a:cubicBezTo>
                  <a:pt x="81889" y="43782"/>
                  <a:pt x="92269" y="40226"/>
                  <a:pt x="103439" y="40226"/>
                </a:cubicBezTo>
                <a:cubicBezTo>
                  <a:pt x="131992" y="40226"/>
                  <a:pt x="155158" y="63392"/>
                  <a:pt x="155158" y="91946"/>
                </a:cubicBezTo>
                <a:cubicBezTo>
                  <a:pt x="155158" y="103116"/>
                  <a:pt x="151603" y="113460"/>
                  <a:pt x="145569" y="121936"/>
                </a:cubicBezTo>
                <a:lnTo>
                  <a:pt x="133106" y="109473"/>
                </a:lnTo>
                <a:cubicBezTo>
                  <a:pt x="137667" y="101787"/>
                  <a:pt x="139212" y="92341"/>
                  <a:pt x="136733" y="83003"/>
                </a:cubicBezTo>
                <a:cubicBezTo>
                  <a:pt x="131813" y="64613"/>
                  <a:pt x="112885" y="53695"/>
                  <a:pt x="94496" y="58615"/>
                </a:cubicBezTo>
                <a:cubicBezTo>
                  <a:pt x="91407" y="59441"/>
                  <a:pt x="88498" y="60663"/>
                  <a:pt x="85876" y="62207"/>
                </a:cubicBezTo>
                <a:lnTo>
                  <a:pt x="73413" y="49744"/>
                </a:lnTo>
                <a:close/>
                <a:moveTo>
                  <a:pt x="116836" y="141905"/>
                </a:moveTo>
                <a:cubicBezTo>
                  <a:pt x="112562" y="143055"/>
                  <a:pt x="108072" y="143665"/>
                  <a:pt x="103439" y="143665"/>
                </a:cubicBezTo>
                <a:cubicBezTo>
                  <a:pt x="74885" y="143665"/>
                  <a:pt x="51719" y="120499"/>
                  <a:pt x="51719" y="91946"/>
                </a:cubicBezTo>
                <a:cubicBezTo>
                  <a:pt x="51719" y="87313"/>
                  <a:pt x="52330" y="82823"/>
                  <a:pt x="53479" y="78549"/>
                </a:cubicBezTo>
                <a:lnTo>
                  <a:pt x="24926" y="49995"/>
                </a:lnTo>
                <a:cubicBezTo>
                  <a:pt x="13217" y="63213"/>
                  <a:pt x="5172" y="77220"/>
                  <a:pt x="898" y="87528"/>
                </a:cubicBezTo>
                <a:cubicBezTo>
                  <a:pt x="-287" y="90365"/>
                  <a:pt x="-287" y="93526"/>
                  <a:pt x="898" y="96363"/>
                </a:cubicBezTo>
                <a:cubicBezTo>
                  <a:pt x="6249" y="109186"/>
                  <a:pt x="17491" y="127862"/>
                  <a:pt x="34300" y="143450"/>
                </a:cubicBezTo>
                <a:cubicBezTo>
                  <a:pt x="51217" y="159145"/>
                  <a:pt x="74454" y="172398"/>
                  <a:pt x="103475" y="172398"/>
                </a:cubicBezTo>
                <a:cubicBezTo>
                  <a:pt x="116872" y="172398"/>
                  <a:pt x="129047" y="169561"/>
                  <a:pt x="139930" y="164999"/>
                </a:cubicBezTo>
                <a:lnTo>
                  <a:pt x="116872" y="14194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3423598" y="2140499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Focus Mode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3598" y="2471503"/>
            <a:ext cx="2510118" cy="83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Strip away distractions like ads, sidebars, and clutter. Just the content you want in a clean, beautiful interface.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3598" y="3422222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23598" y="3536233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ADHD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4154" y="1438031"/>
            <a:ext cx="2747338" cy="2397944"/>
          </a:xfrm>
          <a:custGeom>
            <a:avLst/>
            <a:gdLst/>
            <a:ahLst/>
            <a:cxnLst/>
            <a:rect l="l" t="t" r="r" b="b"/>
            <a:pathLst>
              <a:path w="2747338" h="2397944">
                <a:moveTo>
                  <a:pt x="73545" y="0"/>
                </a:moveTo>
                <a:lnTo>
                  <a:pt x="2673793" y="0"/>
                </a:lnTo>
                <a:cubicBezTo>
                  <a:pt x="2714410" y="0"/>
                  <a:pt x="2747338" y="32927"/>
                  <a:pt x="2747338" y="73545"/>
                </a:cubicBezTo>
                <a:lnTo>
                  <a:pt x="2747338" y="2324399"/>
                </a:lnTo>
                <a:cubicBezTo>
                  <a:pt x="2747338" y="2365017"/>
                  <a:pt x="2714410" y="2397944"/>
                  <a:pt x="2673793" y="2397944"/>
                </a:cubicBezTo>
                <a:lnTo>
                  <a:pt x="73545" y="2397944"/>
                </a:lnTo>
                <a:cubicBezTo>
                  <a:pt x="32927" y="2397944"/>
                  <a:pt x="0" y="2365017"/>
                  <a:pt x="0" y="2324399"/>
                </a:cubicBezTo>
                <a:lnTo>
                  <a:pt x="0" y="73545"/>
                </a:lnTo>
                <a:cubicBezTo>
                  <a:pt x="0" y="32954"/>
                  <a:pt x="32954" y="0"/>
                  <a:pt x="735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945" y="158882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42176" y="1717548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03439" y="11493"/>
                </a:moveTo>
                <a:cubicBezTo>
                  <a:pt x="74419" y="11493"/>
                  <a:pt x="51181" y="24710"/>
                  <a:pt x="34264" y="40442"/>
                </a:cubicBezTo>
                <a:cubicBezTo>
                  <a:pt x="17455" y="56065"/>
                  <a:pt x="6214" y="74706"/>
                  <a:pt x="862" y="87528"/>
                </a:cubicBezTo>
                <a:cubicBezTo>
                  <a:pt x="-323" y="90365"/>
                  <a:pt x="-323" y="93526"/>
                  <a:pt x="862" y="96363"/>
                </a:cubicBezTo>
                <a:cubicBezTo>
                  <a:pt x="6214" y="109186"/>
                  <a:pt x="17455" y="127862"/>
                  <a:pt x="34264" y="143450"/>
                </a:cubicBezTo>
                <a:cubicBezTo>
                  <a:pt x="51181" y="159145"/>
                  <a:pt x="74419" y="172398"/>
                  <a:pt x="103439" y="172398"/>
                </a:cubicBezTo>
                <a:cubicBezTo>
                  <a:pt x="132459" y="172398"/>
                  <a:pt x="155697" y="159181"/>
                  <a:pt x="172614" y="143450"/>
                </a:cubicBezTo>
                <a:cubicBezTo>
                  <a:pt x="189423" y="127826"/>
                  <a:pt x="200664" y="109186"/>
                  <a:pt x="206016" y="96363"/>
                </a:cubicBezTo>
                <a:cubicBezTo>
                  <a:pt x="207201" y="93526"/>
                  <a:pt x="207201" y="90365"/>
                  <a:pt x="206016" y="87528"/>
                </a:cubicBezTo>
                <a:cubicBezTo>
                  <a:pt x="200664" y="74706"/>
                  <a:pt x="189423" y="56029"/>
                  <a:pt x="172614" y="40442"/>
                </a:cubicBezTo>
                <a:cubicBezTo>
                  <a:pt x="155697" y="24746"/>
                  <a:pt x="132459" y="11493"/>
                  <a:pt x="103439" y="11493"/>
                </a:cubicBezTo>
                <a:close/>
                <a:moveTo>
                  <a:pt x="51719" y="91946"/>
                </a:moveTo>
                <a:cubicBezTo>
                  <a:pt x="51719" y="63401"/>
                  <a:pt x="74894" y="40226"/>
                  <a:pt x="103439" y="40226"/>
                </a:cubicBezTo>
                <a:cubicBezTo>
                  <a:pt x="131984" y="40226"/>
                  <a:pt x="155158" y="63401"/>
                  <a:pt x="155158" y="91946"/>
                </a:cubicBezTo>
                <a:cubicBezTo>
                  <a:pt x="155158" y="120490"/>
                  <a:pt x="131984" y="143665"/>
                  <a:pt x="103439" y="143665"/>
                </a:cubicBezTo>
                <a:cubicBezTo>
                  <a:pt x="74894" y="143665"/>
                  <a:pt x="51719" y="120490"/>
                  <a:pt x="51719" y="91946"/>
                </a:cubicBezTo>
                <a:close/>
                <a:moveTo>
                  <a:pt x="103439" y="68959"/>
                </a:moveTo>
                <a:cubicBezTo>
                  <a:pt x="103439" y="81638"/>
                  <a:pt x="93131" y="91946"/>
                  <a:pt x="80452" y="91946"/>
                </a:cubicBezTo>
                <a:cubicBezTo>
                  <a:pt x="76322" y="91946"/>
                  <a:pt x="72443" y="90868"/>
                  <a:pt x="69067" y="88929"/>
                </a:cubicBezTo>
                <a:cubicBezTo>
                  <a:pt x="68708" y="92844"/>
                  <a:pt x="69031" y="96866"/>
                  <a:pt x="70109" y="100853"/>
                </a:cubicBezTo>
                <a:cubicBezTo>
                  <a:pt x="75029" y="119242"/>
                  <a:pt x="93957" y="130161"/>
                  <a:pt x="112346" y="125240"/>
                </a:cubicBezTo>
                <a:cubicBezTo>
                  <a:pt x="130735" y="120320"/>
                  <a:pt x="141654" y="101392"/>
                  <a:pt x="136733" y="83003"/>
                </a:cubicBezTo>
                <a:cubicBezTo>
                  <a:pt x="132352" y="66589"/>
                  <a:pt x="116800" y="56137"/>
                  <a:pt x="100422" y="57574"/>
                </a:cubicBezTo>
                <a:cubicBezTo>
                  <a:pt x="102326" y="60914"/>
                  <a:pt x="103439" y="64793"/>
                  <a:pt x="103439" y="6895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324945" y="2140499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Eye Tracking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4945" y="2471503"/>
            <a:ext cx="2510118" cy="83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your webcam to track gaze and automatically scroll as you read. Hands-free reading at its finest.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4945" y="3422222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24945" y="3536233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75501" y="1438031"/>
            <a:ext cx="2747338" cy="2397944"/>
          </a:xfrm>
          <a:custGeom>
            <a:avLst/>
            <a:gdLst/>
            <a:ahLst/>
            <a:cxnLst/>
            <a:rect l="l" t="t" r="r" b="b"/>
            <a:pathLst>
              <a:path w="2747338" h="2397944">
                <a:moveTo>
                  <a:pt x="73545" y="0"/>
                </a:moveTo>
                <a:lnTo>
                  <a:pt x="2673793" y="0"/>
                </a:lnTo>
                <a:cubicBezTo>
                  <a:pt x="2714410" y="0"/>
                  <a:pt x="2747338" y="32927"/>
                  <a:pt x="2747338" y="73545"/>
                </a:cubicBezTo>
                <a:lnTo>
                  <a:pt x="2747338" y="2324399"/>
                </a:lnTo>
                <a:cubicBezTo>
                  <a:pt x="2747338" y="2365017"/>
                  <a:pt x="2714410" y="2397944"/>
                  <a:pt x="2673793" y="2397944"/>
                </a:cubicBezTo>
                <a:lnTo>
                  <a:pt x="73545" y="2397944"/>
                </a:lnTo>
                <a:cubicBezTo>
                  <a:pt x="32927" y="2397944"/>
                  <a:pt x="0" y="2365017"/>
                  <a:pt x="0" y="2324399"/>
                </a:cubicBezTo>
                <a:lnTo>
                  <a:pt x="0" y="73545"/>
                </a:lnTo>
                <a:cubicBezTo>
                  <a:pt x="0" y="32954"/>
                  <a:pt x="32954" y="0"/>
                  <a:pt x="735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26292" y="158882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343522" y="1717548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0" y="40226"/>
                </a:moveTo>
                <a:cubicBezTo>
                  <a:pt x="0" y="25321"/>
                  <a:pt x="11350" y="13074"/>
                  <a:pt x="25860" y="11637"/>
                </a:cubicBezTo>
                <a:lnTo>
                  <a:pt x="25860" y="11493"/>
                </a:lnTo>
                <a:lnTo>
                  <a:pt x="126425" y="11493"/>
                </a:lnTo>
                <a:cubicBezTo>
                  <a:pt x="145461" y="11493"/>
                  <a:pt x="160905" y="26937"/>
                  <a:pt x="160905" y="45973"/>
                </a:cubicBezTo>
                <a:lnTo>
                  <a:pt x="160905" y="109186"/>
                </a:lnTo>
                <a:lnTo>
                  <a:pt x="97692" y="109186"/>
                </a:lnTo>
                <a:cubicBezTo>
                  <a:pt x="83398" y="109186"/>
                  <a:pt x="71833" y="120751"/>
                  <a:pt x="71833" y="135045"/>
                </a:cubicBezTo>
                <a:lnTo>
                  <a:pt x="71833" y="156595"/>
                </a:lnTo>
                <a:cubicBezTo>
                  <a:pt x="71833" y="165323"/>
                  <a:pt x="64757" y="172398"/>
                  <a:pt x="56029" y="172398"/>
                </a:cubicBezTo>
                <a:cubicBezTo>
                  <a:pt x="47302" y="172398"/>
                  <a:pt x="40226" y="165323"/>
                  <a:pt x="40226" y="156595"/>
                </a:cubicBezTo>
                <a:lnTo>
                  <a:pt x="40226" y="74706"/>
                </a:lnTo>
                <a:lnTo>
                  <a:pt x="17240" y="74706"/>
                </a:lnTo>
                <a:cubicBezTo>
                  <a:pt x="7722" y="74706"/>
                  <a:pt x="0" y="66984"/>
                  <a:pt x="0" y="57466"/>
                </a:cubicBezTo>
                <a:lnTo>
                  <a:pt x="0" y="40226"/>
                </a:lnTo>
                <a:close/>
                <a:moveTo>
                  <a:pt x="85050" y="172398"/>
                </a:moveTo>
                <a:cubicBezTo>
                  <a:pt x="87600" y="167693"/>
                  <a:pt x="89072" y="162306"/>
                  <a:pt x="89072" y="156595"/>
                </a:cubicBezTo>
                <a:lnTo>
                  <a:pt x="89072" y="135045"/>
                </a:lnTo>
                <a:cubicBezTo>
                  <a:pt x="89072" y="130268"/>
                  <a:pt x="92915" y="126425"/>
                  <a:pt x="97692" y="126425"/>
                </a:cubicBezTo>
                <a:lnTo>
                  <a:pt x="186765" y="126425"/>
                </a:lnTo>
                <a:cubicBezTo>
                  <a:pt x="191542" y="126425"/>
                  <a:pt x="195385" y="130268"/>
                  <a:pt x="195385" y="135045"/>
                </a:cubicBezTo>
                <a:lnTo>
                  <a:pt x="195385" y="143665"/>
                </a:lnTo>
                <a:cubicBezTo>
                  <a:pt x="195385" y="159540"/>
                  <a:pt x="182527" y="172398"/>
                  <a:pt x="166652" y="172398"/>
                </a:cubicBezTo>
                <a:lnTo>
                  <a:pt x="85050" y="172398"/>
                </a:lnTo>
                <a:close/>
                <a:moveTo>
                  <a:pt x="28733" y="28733"/>
                </a:moveTo>
                <a:cubicBezTo>
                  <a:pt x="22376" y="28733"/>
                  <a:pt x="17240" y="33869"/>
                  <a:pt x="17240" y="40226"/>
                </a:cubicBezTo>
                <a:lnTo>
                  <a:pt x="17240" y="57466"/>
                </a:lnTo>
                <a:lnTo>
                  <a:pt x="40226" y="57466"/>
                </a:lnTo>
                <a:lnTo>
                  <a:pt x="40226" y="40226"/>
                </a:lnTo>
                <a:cubicBezTo>
                  <a:pt x="40226" y="33869"/>
                  <a:pt x="35090" y="28733"/>
                  <a:pt x="28733" y="2873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9226292" y="2140499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 Scroll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26292" y="2471503"/>
            <a:ext cx="2510118" cy="83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your reading speed and let the page scroll automatically. Perfect for hands-free reading sessions.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26292" y="3422222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226292" y="3536233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ADHD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1461" y="3988491"/>
            <a:ext cx="2747338" cy="2186469"/>
          </a:xfrm>
          <a:custGeom>
            <a:avLst/>
            <a:gdLst/>
            <a:ahLst/>
            <a:cxnLst/>
            <a:rect l="l" t="t" r="r" b="b"/>
            <a:pathLst>
              <a:path w="2747338" h="2186469">
                <a:moveTo>
                  <a:pt x="73553" y="0"/>
                </a:moveTo>
                <a:lnTo>
                  <a:pt x="2673785" y="0"/>
                </a:lnTo>
                <a:cubicBezTo>
                  <a:pt x="2714407" y="0"/>
                  <a:pt x="2747338" y="32931"/>
                  <a:pt x="2747338" y="73553"/>
                </a:cubicBezTo>
                <a:lnTo>
                  <a:pt x="2747338" y="2112916"/>
                </a:lnTo>
                <a:cubicBezTo>
                  <a:pt x="2747338" y="2153538"/>
                  <a:pt x="2714407" y="2186469"/>
                  <a:pt x="2673785" y="2186469"/>
                </a:cubicBezTo>
                <a:lnTo>
                  <a:pt x="73553" y="2186469"/>
                </a:lnTo>
                <a:cubicBezTo>
                  <a:pt x="32931" y="2186469"/>
                  <a:pt x="0" y="2153538"/>
                  <a:pt x="0" y="2112916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2252" y="413928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7989" y="4268005"/>
            <a:ext cx="229864" cy="183891"/>
          </a:xfrm>
          <a:custGeom>
            <a:avLst/>
            <a:gdLst/>
            <a:ahLst/>
            <a:cxnLst/>
            <a:rect l="l" t="t" r="r" b="b"/>
            <a:pathLst>
              <a:path w="229864" h="183891">
                <a:moveTo>
                  <a:pt x="191649" y="11673"/>
                </a:moveTo>
                <a:cubicBezTo>
                  <a:pt x="187950" y="8656"/>
                  <a:pt x="182527" y="9230"/>
                  <a:pt x="179510" y="12930"/>
                </a:cubicBezTo>
                <a:cubicBezTo>
                  <a:pt x="176493" y="16629"/>
                  <a:pt x="177067" y="22053"/>
                  <a:pt x="180767" y="25070"/>
                </a:cubicBezTo>
                <a:cubicBezTo>
                  <a:pt x="200233" y="40873"/>
                  <a:pt x="212624" y="64937"/>
                  <a:pt x="212624" y="91946"/>
                </a:cubicBezTo>
                <a:cubicBezTo>
                  <a:pt x="212624" y="118955"/>
                  <a:pt x="200233" y="143019"/>
                  <a:pt x="180767" y="158858"/>
                </a:cubicBezTo>
                <a:cubicBezTo>
                  <a:pt x="177067" y="161875"/>
                  <a:pt x="176529" y="167298"/>
                  <a:pt x="179510" y="170997"/>
                </a:cubicBezTo>
                <a:cubicBezTo>
                  <a:pt x="182491" y="174697"/>
                  <a:pt x="187950" y="175236"/>
                  <a:pt x="191649" y="172255"/>
                </a:cubicBezTo>
                <a:cubicBezTo>
                  <a:pt x="214959" y="153255"/>
                  <a:pt x="229864" y="124342"/>
                  <a:pt x="229864" y="91946"/>
                </a:cubicBezTo>
                <a:cubicBezTo>
                  <a:pt x="229864" y="59549"/>
                  <a:pt x="214959" y="30601"/>
                  <a:pt x="191649" y="11673"/>
                </a:cubicBezTo>
                <a:close/>
                <a:moveTo>
                  <a:pt x="169920" y="38430"/>
                </a:moveTo>
                <a:cubicBezTo>
                  <a:pt x="166221" y="35413"/>
                  <a:pt x="160797" y="35988"/>
                  <a:pt x="157780" y="39688"/>
                </a:cubicBezTo>
                <a:cubicBezTo>
                  <a:pt x="154763" y="43387"/>
                  <a:pt x="155338" y="48810"/>
                  <a:pt x="159037" y="51827"/>
                </a:cubicBezTo>
                <a:cubicBezTo>
                  <a:pt x="170710" y="61309"/>
                  <a:pt x="178145" y="75747"/>
                  <a:pt x="178145" y="91946"/>
                </a:cubicBezTo>
                <a:cubicBezTo>
                  <a:pt x="178145" y="108144"/>
                  <a:pt x="170710" y="122582"/>
                  <a:pt x="159037" y="132100"/>
                </a:cubicBezTo>
                <a:cubicBezTo>
                  <a:pt x="155338" y="135117"/>
                  <a:pt x="154799" y="140540"/>
                  <a:pt x="157780" y="144240"/>
                </a:cubicBezTo>
                <a:cubicBezTo>
                  <a:pt x="160761" y="147939"/>
                  <a:pt x="166221" y="148478"/>
                  <a:pt x="169920" y="145497"/>
                </a:cubicBezTo>
                <a:cubicBezTo>
                  <a:pt x="185436" y="132854"/>
                  <a:pt x="195385" y="113567"/>
                  <a:pt x="195385" y="91982"/>
                </a:cubicBezTo>
                <a:cubicBezTo>
                  <a:pt x="195385" y="70396"/>
                  <a:pt x="185436" y="51109"/>
                  <a:pt x="169920" y="38466"/>
                </a:cubicBezTo>
                <a:close/>
                <a:moveTo>
                  <a:pt x="148191" y="65188"/>
                </a:moveTo>
                <a:cubicBezTo>
                  <a:pt x="144491" y="62171"/>
                  <a:pt x="139068" y="62746"/>
                  <a:pt x="136051" y="66445"/>
                </a:cubicBezTo>
                <a:cubicBezTo>
                  <a:pt x="133034" y="70145"/>
                  <a:pt x="133609" y="75568"/>
                  <a:pt x="137308" y="78585"/>
                </a:cubicBezTo>
                <a:cubicBezTo>
                  <a:pt x="141187" y="81745"/>
                  <a:pt x="143665" y="86558"/>
                  <a:pt x="143665" y="91946"/>
                </a:cubicBezTo>
                <a:cubicBezTo>
                  <a:pt x="143665" y="97333"/>
                  <a:pt x="141187" y="102146"/>
                  <a:pt x="137308" y="105342"/>
                </a:cubicBezTo>
                <a:cubicBezTo>
                  <a:pt x="133609" y="108359"/>
                  <a:pt x="133070" y="113783"/>
                  <a:pt x="136051" y="117482"/>
                </a:cubicBezTo>
                <a:cubicBezTo>
                  <a:pt x="139032" y="121182"/>
                  <a:pt x="144491" y="121720"/>
                  <a:pt x="148191" y="118739"/>
                </a:cubicBezTo>
                <a:cubicBezTo>
                  <a:pt x="155913" y="112382"/>
                  <a:pt x="160905" y="102757"/>
                  <a:pt x="160905" y="91946"/>
                </a:cubicBezTo>
                <a:cubicBezTo>
                  <a:pt x="160905" y="81135"/>
                  <a:pt x="155913" y="71509"/>
                  <a:pt x="148191" y="65188"/>
                </a:cubicBezTo>
                <a:close/>
                <a:moveTo>
                  <a:pt x="28733" y="126425"/>
                </a:moveTo>
                <a:lnTo>
                  <a:pt x="45973" y="126425"/>
                </a:lnTo>
                <a:lnTo>
                  <a:pt x="94137" y="169238"/>
                </a:lnTo>
                <a:cubicBezTo>
                  <a:pt x="96435" y="171285"/>
                  <a:pt x="99380" y="172398"/>
                  <a:pt x="102433" y="172398"/>
                </a:cubicBezTo>
                <a:cubicBezTo>
                  <a:pt x="109329" y="172398"/>
                  <a:pt x="114932" y="166795"/>
                  <a:pt x="114932" y="159899"/>
                </a:cubicBezTo>
                <a:lnTo>
                  <a:pt x="114932" y="23992"/>
                </a:lnTo>
                <a:cubicBezTo>
                  <a:pt x="114932" y="17096"/>
                  <a:pt x="109329" y="11493"/>
                  <a:pt x="102433" y="11493"/>
                </a:cubicBezTo>
                <a:cubicBezTo>
                  <a:pt x="99380" y="11493"/>
                  <a:pt x="96435" y="12607"/>
                  <a:pt x="94137" y="14654"/>
                </a:cubicBezTo>
                <a:lnTo>
                  <a:pt x="45973" y="57466"/>
                </a:lnTo>
                <a:lnTo>
                  <a:pt x="28733" y="57466"/>
                </a:lnTo>
                <a:cubicBezTo>
                  <a:pt x="19215" y="57466"/>
                  <a:pt x="11493" y="65188"/>
                  <a:pt x="11493" y="74706"/>
                </a:cubicBezTo>
                <a:lnTo>
                  <a:pt x="11493" y="109186"/>
                </a:lnTo>
                <a:cubicBezTo>
                  <a:pt x="11493" y="118703"/>
                  <a:pt x="19215" y="126425"/>
                  <a:pt x="28733" y="1264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522252" y="4690955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Text to Speech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2252" y="5021959"/>
            <a:ext cx="2510118" cy="62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 to content while following along with word highlighting. Supports multiple voices and speeds.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2252" y="5763501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2252" y="5877517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DYSLEXIA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72807" y="3988491"/>
            <a:ext cx="2747338" cy="2186469"/>
          </a:xfrm>
          <a:custGeom>
            <a:avLst/>
            <a:gdLst/>
            <a:ahLst/>
            <a:cxnLst/>
            <a:rect l="l" t="t" r="r" b="b"/>
            <a:pathLst>
              <a:path w="2747338" h="2186469">
                <a:moveTo>
                  <a:pt x="73553" y="0"/>
                </a:moveTo>
                <a:lnTo>
                  <a:pt x="2673785" y="0"/>
                </a:lnTo>
                <a:cubicBezTo>
                  <a:pt x="2714407" y="0"/>
                  <a:pt x="2747338" y="32931"/>
                  <a:pt x="2747338" y="73553"/>
                </a:cubicBezTo>
                <a:lnTo>
                  <a:pt x="2747338" y="2112916"/>
                </a:lnTo>
                <a:cubicBezTo>
                  <a:pt x="2747338" y="2153538"/>
                  <a:pt x="2714407" y="2186469"/>
                  <a:pt x="2673785" y="2186469"/>
                </a:cubicBezTo>
                <a:lnTo>
                  <a:pt x="73553" y="2186469"/>
                </a:lnTo>
                <a:cubicBezTo>
                  <a:pt x="32931" y="2186469"/>
                  <a:pt x="0" y="2153538"/>
                  <a:pt x="0" y="2112916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23598" y="413928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540829" y="4268005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13136" y="113136"/>
                </a:moveTo>
                <a:lnTo>
                  <a:pt x="170028" y="35880"/>
                </a:lnTo>
                <a:lnTo>
                  <a:pt x="159504" y="25357"/>
                </a:lnTo>
                <a:lnTo>
                  <a:pt x="82248" y="82248"/>
                </a:lnTo>
                <a:lnTo>
                  <a:pt x="113136" y="113136"/>
                </a:lnTo>
                <a:close/>
                <a:moveTo>
                  <a:pt x="45973" y="114932"/>
                </a:moveTo>
                <a:lnTo>
                  <a:pt x="45973" y="114932"/>
                </a:lnTo>
                <a:lnTo>
                  <a:pt x="45973" y="89180"/>
                </a:lnTo>
                <a:cubicBezTo>
                  <a:pt x="45973" y="83685"/>
                  <a:pt x="48559" y="78549"/>
                  <a:pt x="52977" y="75316"/>
                </a:cubicBezTo>
                <a:lnTo>
                  <a:pt x="151064" y="3017"/>
                </a:lnTo>
                <a:cubicBezTo>
                  <a:pt x="153722" y="1042"/>
                  <a:pt x="156954" y="0"/>
                  <a:pt x="160258" y="0"/>
                </a:cubicBezTo>
                <a:cubicBezTo>
                  <a:pt x="164353" y="0"/>
                  <a:pt x="168268" y="1616"/>
                  <a:pt x="171177" y="4525"/>
                </a:cubicBezTo>
                <a:lnTo>
                  <a:pt x="190859" y="24208"/>
                </a:lnTo>
                <a:cubicBezTo>
                  <a:pt x="193768" y="27117"/>
                  <a:pt x="195385" y="31032"/>
                  <a:pt x="195385" y="35162"/>
                </a:cubicBezTo>
                <a:cubicBezTo>
                  <a:pt x="195385" y="38466"/>
                  <a:pt x="194343" y="41699"/>
                  <a:pt x="192368" y="44357"/>
                </a:cubicBezTo>
                <a:lnTo>
                  <a:pt x="120104" y="142408"/>
                </a:lnTo>
                <a:cubicBezTo>
                  <a:pt x="116872" y="146826"/>
                  <a:pt x="111700" y="149412"/>
                  <a:pt x="106240" y="149412"/>
                </a:cubicBezTo>
                <a:lnTo>
                  <a:pt x="80488" y="149412"/>
                </a:lnTo>
                <a:lnTo>
                  <a:pt x="71366" y="158535"/>
                </a:lnTo>
                <a:cubicBezTo>
                  <a:pt x="66876" y="163024"/>
                  <a:pt x="59585" y="163024"/>
                  <a:pt x="55096" y="158535"/>
                </a:cubicBezTo>
                <a:lnTo>
                  <a:pt x="36886" y="140325"/>
                </a:lnTo>
                <a:cubicBezTo>
                  <a:pt x="32396" y="135835"/>
                  <a:pt x="32396" y="128544"/>
                  <a:pt x="36886" y="124055"/>
                </a:cubicBezTo>
                <a:lnTo>
                  <a:pt x="45973" y="114932"/>
                </a:lnTo>
                <a:close/>
                <a:moveTo>
                  <a:pt x="2514" y="167478"/>
                </a:moveTo>
                <a:lnTo>
                  <a:pt x="21083" y="148909"/>
                </a:lnTo>
                <a:lnTo>
                  <a:pt x="46440" y="174266"/>
                </a:lnTo>
                <a:lnTo>
                  <a:pt x="39364" y="181341"/>
                </a:lnTo>
                <a:cubicBezTo>
                  <a:pt x="37748" y="182958"/>
                  <a:pt x="35557" y="183855"/>
                  <a:pt x="33258" y="183855"/>
                </a:cubicBezTo>
                <a:lnTo>
                  <a:pt x="8620" y="183891"/>
                </a:lnTo>
                <a:cubicBezTo>
                  <a:pt x="3843" y="183891"/>
                  <a:pt x="0" y="180048"/>
                  <a:pt x="0" y="175271"/>
                </a:cubicBezTo>
                <a:lnTo>
                  <a:pt x="0" y="173583"/>
                </a:lnTo>
                <a:cubicBezTo>
                  <a:pt x="0" y="171285"/>
                  <a:pt x="898" y="169094"/>
                  <a:pt x="2514" y="16747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3423598" y="4690955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Word Highlight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23598" y="5021959"/>
            <a:ext cx="2510118" cy="62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your place with a moving highlight that follows your reading. Never lose your spot again.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23598" y="5763501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423598" y="5877517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ADHD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4154" y="3988491"/>
            <a:ext cx="2747338" cy="2186469"/>
          </a:xfrm>
          <a:custGeom>
            <a:avLst/>
            <a:gdLst/>
            <a:ahLst/>
            <a:cxnLst/>
            <a:rect l="l" t="t" r="r" b="b"/>
            <a:pathLst>
              <a:path w="2747338" h="2186469">
                <a:moveTo>
                  <a:pt x="73553" y="0"/>
                </a:moveTo>
                <a:lnTo>
                  <a:pt x="2673785" y="0"/>
                </a:lnTo>
                <a:cubicBezTo>
                  <a:pt x="2714407" y="0"/>
                  <a:pt x="2747338" y="32931"/>
                  <a:pt x="2747338" y="73553"/>
                </a:cubicBezTo>
                <a:lnTo>
                  <a:pt x="2747338" y="2112916"/>
                </a:lnTo>
                <a:cubicBezTo>
                  <a:pt x="2747338" y="2153538"/>
                  <a:pt x="2714407" y="2186469"/>
                  <a:pt x="2673785" y="2186469"/>
                </a:cubicBezTo>
                <a:lnTo>
                  <a:pt x="73553" y="2186469"/>
                </a:lnTo>
                <a:cubicBezTo>
                  <a:pt x="32931" y="2186469"/>
                  <a:pt x="0" y="2153538"/>
                  <a:pt x="0" y="2112916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4945" y="413928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30683" y="4268005"/>
            <a:ext cx="229864" cy="183891"/>
          </a:xfrm>
          <a:custGeom>
            <a:avLst/>
            <a:gdLst/>
            <a:ahLst/>
            <a:cxnLst/>
            <a:rect l="l" t="t" r="r" b="b"/>
            <a:pathLst>
              <a:path w="229864" h="183891">
                <a:moveTo>
                  <a:pt x="126425" y="0"/>
                </a:moveTo>
                <a:cubicBezTo>
                  <a:pt x="126425" y="-6357"/>
                  <a:pt x="121289" y="-11493"/>
                  <a:pt x="114932" y="-11493"/>
                </a:cubicBezTo>
                <a:cubicBezTo>
                  <a:pt x="108575" y="-11493"/>
                  <a:pt x="103439" y="-6357"/>
                  <a:pt x="103439" y="0"/>
                </a:cubicBezTo>
                <a:lnTo>
                  <a:pt x="103439" y="22986"/>
                </a:lnTo>
                <a:lnTo>
                  <a:pt x="68959" y="22986"/>
                </a:lnTo>
                <a:cubicBezTo>
                  <a:pt x="49924" y="22986"/>
                  <a:pt x="34480" y="38430"/>
                  <a:pt x="34480" y="57466"/>
                </a:cubicBezTo>
                <a:lnTo>
                  <a:pt x="34480" y="137919"/>
                </a:lnTo>
                <a:cubicBezTo>
                  <a:pt x="34480" y="156954"/>
                  <a:pt x="49924" y="172398"/>
                  <a:pt x="68959" y="172398"/>
                </a:cubicBezTo>
                <a:lnTo>
                  <a:pt x="160905" y="172398"/>
                </a:lnTo>
                <a:cubicBezTo>
                  <a:pt x="179941" y="172398"/>
                  <a:pt x="195385" y="156954"/>
                  <a:pt x="195385" y="137919"/>
                </a:cubicBezTo>
                <a:lnTo>
                  <a:pt x="195385" y="57466"/>
                </a:lnTo>
                <a:cubicBezTo>
                  <a:pt x="195385" y="38430"/>
                  <a:pt x="179941" y="22986"/>
                  <a:pt x="160905" y="22986"/>
                </a:cubicBezTo>
                <a:lnTo>
                  <a:pt x="126425" y="22986"/>
                </a:lnTo>
                <a:lnTo>
                  <a:pt x="126425" y="0"/>
                </a:lnTo>
                <a:close/>
                <a:moveTo>
                  <a:pt x="57466" y="132172"/>
                </a:moveTo>
                <a:cubicBezTo>
                  <a:pt x="57466" y="127395"/>
                  <a:pt x="61309" y="123552"/>
                  <a:pt x="66086" y="123552"/>
                </a:cubicBezTo>
                <a:lnTo>
                  <a:pt x="77579" y="123552"/>
                </a:lnTo>
                <a:cubicBezTo>
                  <a:pt x="82356" y="123552"/>
                  <a:pt x="86199" y="127395"/>
                  <a:pt x="86199" y="132172"/>
                </a:cubicBezTo>
                <a:cubicBezTo>
                  <a:pt x="86199" y="136949"/>
                  <a:pt x="82356" y="140792"/>
                  <a:pt x="77579" y="140792"/>
                </a:cubicBezTo>
                <a:lnTo>
                  <a:pt x="66086" y="140792"/>
                </a:lnTo>
                <a:cubicBezTo>
                  <a:pt x="61309" y="140792"/>
                  <a:pt x="57466" y="136949"/>
                  <a:pt x="57466" y="132172"/>
                </a:cubicBezTo>
                <a:close/>
                <a:moveTo>
                  <a:pt x="100566" y="132172"/>
                </a:moveTo>
                <a:cubicBezTo>
                  <a:pt x="100566" y="127395"/>
                  <a:pt x="104409" y="123552"/>
                  <a:pt x="109186" y="123552"/>
                </a:cubicBezTo>
                <a:lnTo>
                  <a:pt x="120679" y="123552"/>
                </a:lnTo>
                <a:cubicBezTo>
                  <a:pt x="125456" y="123552"/>
                  <a:pt x="129299" y="127395"/>
                  <a:pt x="129299" y="132172"/>
                </a:cubicBezTo>
                <a:cubicBezTo>
                  <a:pt x="129299" y="136949"/>
                  <a:pt x="125456" y="140792"/>
                  <a:pt x="120679" y="140792"/>
                </a:cubicBezTo>
                <a:lnTo>
                  <a:pt x="109186" y="140792"/>
                </a:lnTo>
                <a:cubicBezTo>
                  <a:pt x="104409" y="140792"/>
                  <a:pt x="100566" y="136949"/>
                  <a:pt x="100566" y="132172"/>
                </a:cubicBezTo>
                <a:close/>
                <a:moveTo>
                  <a:pt x="143665" y="132172"/>
                </a:moveTo>
                <a:cubicBezTo>
                  <a:pt x="143665" y="127395"/>
                  <a:pt x="147508" y="123552"/>
                  <a:pt x="152285" y="123552"/>
                </a:cubicBezTo>
                <a:lnTo>
                  <a:pt x="163778" y="123552"/>
                </a:lnTo>
                <a:cubicBezTo>
                  <a:pt x="168555" y="123552"/>
                  <a:pt x="172398" y="127395"/>
                  <a:pt x="172398" y="132172"/>
                </a:cubicBezTo>
                <a:cubicBezTo>
                  <a:pt x="172398" y="136949"/>
                  <a:pt x="168555" y="140792"/>
                  <a:pt x="163778" y="140792"/>
                </a:cubicBezTo>
                <a:lnTo>
                  <a:pt x="152285" y="140792"/>
                </a:lnTo>
                <a:cubicBezTo>
                  <a:pt x="147508" y="140792"/>
                  <a:pt x="143665" y="136949"/>
                  <a:pt x="143665" y="132172"/>
                </a:cubicBezTo>
                <a:close/>
                <a:moveTo>
                  <a:pt x="80452" y="63213"/>
                </a:moveTo>
                <a:cubicBezTo>
                  <a:pt x="89967" y="63213"/>
                  <a:pt x="97692" y="70938"/>
                  <a:pt x="97692" y="80452"/>
                </a:cubicBezTo>
                <a:cubicBezTo>
                  <a:pt x="97692" y="89967"/>
                  <a:pt x="89967" y="97692"/>
                  <a:pt x="80452" y="97692"/>
                </a:cubicBezTo>
                <a:cubicBezTo>
                  <a:pt x="70938" y="97692"/>
                  <a:pt x="63213" y="89967"/>
                  <a:pt x="63213" y="80452"/>
                </a:cubicBezTo>
                <a:cubicBezTo>
                  <a:pt x="63213" y="70938"/>
                  <a:pt x="70938" y="63213"/>
                  <a:pt x="80452" y="63213"/>
                </a:cubicBezTo>
                <a:close/>
                <a:moveTo>
                  <a:pt x="132172" y="80452"/>
                </a:moveTo>
                <a:cubicBezTo>
                  <a:pt x="132172" y="70938"/>
                  <a:pt x="139897" y="63213"/>
                  <a:pt x="149412" y="63213"/>
                </a:cubicBezTo>
                <a:cubicBezTo>
                  <a:pt x="158927" y="63213"/>
                  <a:pt x="166652" y="70938"/>
                  <a:pt x="166652" y="80452"/>
                </a:cubicBezTo>
                <a:cubicBezTo>
                  <a:pt x="166652" y="89967"/>
                  <a:pt x="158927" y="97692"/>
                  <a:pt x="149412" y="97692"/>
                </a:cubicBezTo>
                <a:cubicBezTo>
                  <a:pt x="139897" y="97692"/>
                  <a:pt x="132172" y="89967"/>
                  <a:pt x="132172" y="80452"/>
                </a:cubicBezTo>
                <a:close/>
                <a:moveTo>
                  <a:pt x="22986" y="80452"/>
                </a:moveTo>
                <a:cubicBezTo>
                  <a:pt x="22986" y="74095"/>
                  <a:pt x="17850" y="68959"/>
                  <a:pt x="11493" y="68959"/>
                </a:cubicBezTo>
                <a:cubicBezTo>
                  <a:pt x="5136" y="68959"/>
                  <a:pt x="0" y="74095"/>
                  <a:pt x="0" y="80452"/>
                </a:cubicBezTo>
                <a:lnTo>
                  <a:pt x="0" y="114932"/>
                </a:lnTo>
                <a:cubicBezTo>
                  <a:pt x="0" y="121289"/>
                  <a:pt x="5136" y="126425"/>
                  <a:pt x="11493" y="126425"/>
                </a:cubicBezTo>
                <a:cubicBezTo>
                  <a:pt x="17850" y="126425"/>
                  <a:pt x="22986" y="121289"/>
                  <a:pt x="22986" y="114932"/>
                </a:cubicBezTo>
                <a:lnTo>
                  <a:pt x="22986" y="80452"/>
                </a:lnTo>
                <a:close/>
                <a:moveTo>
                  <a:pt x="218371" y="68959"/>
                </a:moveTo>
                <a:cubicBezTo>
                  <a:pt x="212014" y="68959"/>
                  <a:pt x="206878" y="74095"/>
                  <a:pt x="206878" y="80452"/>
                </a:cubicBezTo>
                <a:lnTo>
                  <a:pt x="206878" y="114932"/>
                </a:lnTo>
                <a:cubicBezTo>
                  <a:pt x="206878" y="121289"/>
                  <a:pt x="212014" y="126425"/>
                  <a:pt x="218371" y="126425"/>
                </a:cubicBezTo>
                <a:cubicBezTo>
                  <a:pt x="224728" y="126425"/>
                  <a:pt x="229864" y="121289"/>
                  <a:pt x="229864" y="114932"/>
                </a:cubicBezTo>
                <a:lnTo>
                  <a:pt x="229864" y="80452"/>
                </a:lnTo>
                <a:cubicBezTo>
                  <a:pt x="229864" y="74095"/>
                  <a:pt x="224728" y="68959"/>
                  <a:pt x="218371" y="6895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6324945" y="4690955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Summarizer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24945" y="5021959"/>
            <a:ext cx="2510118" cy="62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key points from any article in seconds with our AI-powered summarization backend.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4945" y="5763501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24945" y="5877517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EVERYONE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75501" y="3988491"/>
            <a:ext cx="2747338" cy="2186469"/>
          </a:xfrm>
          <a:custGeom>
            <a:avLst/>
            <a:gdLst/>
            <a:ahLst/>
            <a:cxnLst/>
            <a:rect l="l" t="t" r="r" b="b"/>
            <a:pathLst>
              <a:path w="2747338" h="2186469">
                <a:moveTo>
                  <a:pt x="73553" y="0"/>
                </a:moveTo>
                <a:lnTo>
                  <a:pt x="2673785" y="0"/>
                </a:lnTo>
                <a:cubicBezTo>
                  <a:pt x="2714407" y="0"/>
                  <a:pt x="2747338" y="32931"/>
                  <a:pt x="2747338" y="73553"/>
                </a:cubicBezTo>
                <a:lnTo>
                  <a:pt x="2747338" y="2112916"/>
                </a:lnTo>
                <a:cubicBezTo>
                  <a:pt x="2747338" y="2153538"/>
                  <a:pt x="2714407" y="2186469"/>
                  <a:pt x="2673785" y="2186469"/>
                </a:cubicBezTo>
                <a:lnTo>
                  <a:pt x="73553" y="2186469"/>
                </a:lnTo>
                <a:cubicBezTo>
                  <a:pt x="32931" y="2186469"/>
                  <a:pt x="0" y="2153538"/>
                  <a:pt x="0" y="2112916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26292" y="413928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355015" y="4268005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83891" y="91946"/>
                </a:moveTo>
                <a:cubicBezTo>
                  <a:pt x="183891" y="92269"/>
                  <a:pt x="183891" y="92592"/>
                  <a:pt x="183891" y="92915"/>
                </a:cubicBezTo>
                <a:cubicBezTo>
                  <a:pt x="183748" y="106025"/>
                  <a:pt x="171824" y="114932"/>
                  <a:pt x="158714" y="114932"/>
                </a:cubicBezTo>
                <a:lnTo>
                  <a:pt x="123552" y="114932"/>
                </a:lnTo>
                <a:cubicBezTo>
                  <a:pt x="114034" y="114932"/>
                  <a:pt x="106312" y="122654"/>
                  <a:pt x="106312" y="132172"/>
                </a:cubicBezTo>
                <a:cubicBezTo>
                  <a:pt x="106312" y="133393"/>
                  <a:pt x="106456" y="134578"/>
                  <a:pt x="106671" y="135728"/>
                </a:cubicBezTo>
                <a:cubicBezTo>
                  <a:pt x="107426" y="139391"/>
                  <a:pt x="109006" y="142911"/>
                  <a:pt x="110550" y="146467"/>
                </a:cubicBezTo>
                <a:cubicBezTo>
                  <a:pt x="112741" y="151423"/>
                  <a:pt x="114896" y="156344"/>
                  <a:pt x="114896" y="161551"/>
                </a:cubicBezTo>
                <a:cubicBezTo>
                  <a:pt x="114896" y="172973"/>
                  <a:pt x="107138" y="183353"/>
                  <a:pt x="95717" y="183820"/>
                </a:cubicBezTo>
                <a:cubicBezTo>
                  <a:pt x="94460" y="183855"/>
                  <a:pt x="93203" y="183891"/>
                  <a:pt x="91910" y="183891"/>
                </a:cubicBezTo>
                <a:cubicBezTo>
                  <a:pt x="41124" y="183891"/>
                  <a:pt x="-36" y="142731"/>
                  <a:pt x="-36" y="91946"/>
                </a:cubicBezTo>
                <a:cubicBezTo>
                  <a:pt x="-36" y="41160"/>
                  <a:pt x="41160" y="0"/>
                  <a:pt x="91946" y="0"/>
                </a:cubicBezTo>
                <a:cubicBezTo>
                  <a:pt x="142731" y="0"/>
                  <a:pt x="183891" y="41160"/>
                  <a:pt x="183891" y="91946"/>
                </a:cubicBezTo>
                <a:close/>
                <a:moveTo>
                  <a:pt x="45973" y="103439"/>
                </a:moveTo>
                <a:cubicBezTo>
                  <a:pt x="45973" y="97096"/>
                  <a:pt x="40823" y="91946"/>
                  <a:pt x="34480" y="91946"/>
                </a:cubicBezTo>
                <a:cubicBezTo>
                  <a:pt x="28136" y="91946"/>
                  <a:pt x="22986" y="97096"/>
                  <a:pt x="22986" y="103439"/>
                </a:cubicBezTo>
                <a:cubicBezTo>
                  <a:pt x="22986" y="109782"/>
                  <a:pt x="28136" y="114932"/>
                  <a:pt x="34480" y="114932"/>
                </a:cubicBezTo>
                <a:cubicBezTo>
                  <a:pt x="40823" y="114932"/>
                  <a:pt x="45973" y="109782"/>
                  <a:pt x="45973" y="103439"/>
                </a:cubicBezTo>
                <a:close/>
                <a:moveTo>
                  <a:pt x="45973" y="68959"/>
                </a:moveTo>
                <a:cubicBezTo>
                  <a:pt x="52316" y="68959"/>
                  <a:pt x="57466" y="63809"/>
                  <a:pt x="57466" y="57466"/>
                </a:cubicBezTo>
                <a:cubicBezTo>
                  <a:pt x="57466" y="51123"/>
                  <a:pt x="52316" y="45973"/>
                  <a:pt x="45973" y="45973"/>
                </a:cubicBezTo>
                <a:cubicBezTo>
                  <a:pt x="39630" y="45973"/>
                  <a:pt x="34480" y="51123"/>
                  <a:pt x="34480" y="57466"/>
                </a:cubicBezTo>
                <a:cubicBezTo>
                  <a:pt x="34480" y="63809"/>
                  <a:pt x="39630" y="68959"/>
                  <a:pt x="45973" y="68959"/>
                </a:cubicBezTo>
                <a:close/>
                <a:moveTo>
                  <a:pt x="103439" y="34480"/>
                </a:moveTo>
                <a:cubicBezTo>
                  <a:pt x="103439" y="28136"/>
                  <a:pt x="98289" y="22986"/>
                  <a:pt x="91946" y="22986"/>
                </a:cubicBezTo>
                <a:cubicBezTo>
                  <a:pt x="85602" y="22986"/>
                  <a:pt x="80452" y="28136"/>
                  <a:pt x="80452" y="34480"/>
                </a:cubicBezTo>
                <a:cubicBezTo>
                  <a:pt x="80452" y="40823"/>
                  <a:pt x="85602" y="45973"/>
                  <a:pt x="91946" y="45973"/>
                </a:cubicBezTo>
                <a:cubicBezTo>
                  <a:pt x="98289" y="45973"/>
                  <a:pt x="103439" y="40823"/>
                  <a:pt x="103439" y="34480"/>
                </a:cubicBezTo>
                <a:close/>
                <a:moveTo>
                  <a:pt x="137919" y="68959"/>
                </a:moveTo>
                <a:cubicBezTo>
                  <a:pt x="144262" y="68959"/>
                  <a:pt x="149412" y="63809"/>
                  <a:pt x="149412" y="57466"/>
                </a:cubicBezTo>
                <a:cubicBezTo>
                  <a:pt x="149412" y="51123"/>
                  <a:pt x="144262" y="45973"/>
                  <a:pt x="137919" y="45973"/>
                </a:cubicBezTo>
                <a:cubicBezTo>
                  <a:pt x="131575" y="45973"/>
                  <a:pt x="126425" y="51123"/>
                  <a:pt x="126425" y="57466"/>
                </a:cubicBezTo>
                <a:cubicBezTo>
                  <a:pt x="126425" y="63809"/>
                  <a:pt x="131575" y="68959"/>
                  <a:pt x="137919" y="6895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Text 55"/>
          <p:cNvSpPr/>
          <p:nvPr/>
        </p:nvSpPr>
        <p:spPr>
          <a:xfrm>
            <a:off x="9226292" y="4690955"/>
            <a:ext cx="25285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Accessibility Themes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26292" y="5021959"/>
            <a:ext cx="2510118" cy="62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themes: Default, Sepia, Dark, High Contrast, and Dyslexia-Friendly with OpenDyslexic font.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26292" y="5763501"/>
            <a:ext cx="2445756" cy="7356"/>
          </a:xfrm>
          <a:custGeom>
            <a:avLst/>
            <a:gdLst/>
            <a:ahLst/>
            <a:cxnLst/>
            <a:rect l="l" t="t" r="r" b="b"/>
            <a:pathLst>
              <a:path w="2445756" h="7356">
                <a:moveTo>
                  <a:pt x="0" y="0"/>
                </a:moveTo>
                <a:lnTo>
                  <a:pt x="2445756" y="0"/>
                </a:lnTo>
                <a:lnTo>
                  <a:pt x="2445756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226292" y="5877517"/>
            <a:ext cx="250092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EVERYONE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71461" y="6329771"/>
            <a:ext cx="11454595" cy="522252"/>
          </a:xfrm>
          <a:custGeom>
            <a:avLst/>
            <a:gdLst/>
            <a:ahLst/>
            <a:cxnLst/>
            <a:rect l="l" t="t" r="r" b="b"/>
            <a:pathLst>
              <a:path w="11454595" h="522252">
                <a:moveTo>
                  <a:pt x="73559" y="0"/>
                </a:moveTo>
                <a:lnTo>
                  <a:pt x="11381036" y="0"/>
                </a:lnTo>
                <a:cubicBezTo>
                  <a:pt x="11421662" y="0"/>
                  <a:pt x="11454595" y="32934"/>
                  <a:pt x="11454595" y="73559"/>
                </a:cubicBezTo>
                <a:lnTo>
                  <a:pt x="11454595" y="448692"/>
                </a:lnTo>
                <a:cubicBezTo>
                  <a:pt x="11454595" y="489318"/>
                  <a:pt x="11421662" y="522252"/>
                  <a:pt x="11381036" y="522252"/>
                </a:cubicBezTo>
                <a:lnTo>
                  <a:pt x="73559" y="522252"/>
                </a:lnTo>
                <a:cubicBezTo>
                  <a:pt x="32934" y="522252"/>
                  <a:pt x="0" y="489318"/>
                  <a:pt x="0" y="448692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58504" y="6509985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114501" y="3505"/>
                </a:moveTo>
                <a:lnTo>
                  <a:pt x="89159" y="28848"/>
                </a:lnTo>
                <a:lnTo>
                  <a:pt x="118265" y="57955"/>
                </a:lnTo>
                <a:lnTo>
                  <a:pt x="143608" y="32612"/>
                </a:lnTo>
                <a:cubicBezTo>
                  <a:pt x="145849" y="30342"/>
                  <a:pt x="147113" y="27296"/>
                  <a:pt x="147113" y="24136"/>
                </a:cubicBezTo>
                <a:cubicBezTo>
                  <a:pt x="147113" y="20975"/>
                  <a:pt x="145849" y="17929"/>
                  <a:pt x="143608" y="15660"/>
                </a:cubicBezTo>
                <a:lnTo>
                  <a:pt x="131454" y="3505"/>
                </a:lnTo>
                <a:cubicBezTo>
                  <a:pt x="129184" y="1264"/>
                  <a:pt x="126138" y="0"/>
                  <a:pt x="122977" y="0"/>
                </a:cubicBezTo>
                <a:cubicBezTo>
                  <a:pt x="119817" y="0"/>
                  <a:pt x="116771" y="1264"/>
                  <a:pt x="114501" y="3505"/>
                </a:cubicBezTo>
                <a:close/>
                <a:moveTo>
                  <a:pt x="79418" y="38588"/>
                </a:moveTo>
                <a:lnTo>
                  <a:pt x="3505" y="114501"/>
                </a:lnTo>
                <a:cubicBezTo>
                  <a:pt x="1264" y="116771"/>
                  <a:pt x="0" y="119817"/>
                  <a:pt x="0" y="122977"/>
                </a:cubicBezTo>
                <a:cubicBezTo>
                  <a:pt x="0" y="126138"/>
                  <a:pt x="1264" y="129184"/>
                  <a:pt x="3505" y="131454"/>
                </a:cubicBezTo>
                <a:lnTo>
                  <a:pt x="15660" y="143608"/>
                </a:lnTo>
                <a:cubicBezTo>
                  <a:pt x="17929" y="145849"/>
                  <a:pt x="20975" y="147113"/>
                  <a:pt x="24136" y="147113"/>
                </a:cubicBezTo>
                <a:cubicBezTo>
                  <a:pt x="27296" y="147113"/>
                  <a:pt x="30342" y="145849"/>
                  <a:pt x="32612" y="143608"/>
                </a:cubicBezTo>
                <a:lnTo>
                  <a:pt x="108525" y="67695"/>
                </a:lnTo>
                <a:lnTo>
                  <a:pt x="79418" y="385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3" name="Text 61"/>
          <p:cNvSpPr/>
          <p:nvPr/>
        </p:nvSpPr>
        <p:spPr>
          <a:xfrm>
            <a:off x="722618" y="6480565"/>
            <a:ext cx="1098942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features work together seamlessly</a:t>
            </a:r>
            <a:pPr algn="ctr">
              <a:lnSpc>
                <a:spcPct val="120000"/>
              </a:lnSpc>
            </a:pPr>
            <a:r>
              <a:rPr lang="en-US" sz="115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toggle any combination to create your perfect reading environment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spc="55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Innovation &amp; 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122717"/>
            <a:ext cx="842037" cy="35085"/>
          </a:xfrm>
          <a:custGeom>
            <a:avLst/>
            <a:gdLst/>
            <a:ahLst/>
            <a:cxnLst/>
            <a:rect l="l" t="t" r="r" b="b"/>
            <a:pathLst>
              <a:path w="842037" h="35085">
                <a:moveTo>
                  <a:pt x="0" y="0"/>
                </a:moveTo>
                <a:lnTo>
                  <a:pt x="842037" y="0"/>
                </a:lnTo>
                <a:lnTo>
                  <a:pt x="842037" y="35085"/>
                </a:lnTo>
                <a:lnTo>
                  <a:pt x="0" y="35085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77163" y="140328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52627" y="131568"/>
                </a:moveTo>
                <a:lnTo>
                  <a:pt x="10073" y="131568"/>
                </a:lnTo>
                <a:cubicBezTo>
                  <a:pt x="-164" y="131568"/>
                  <a:pt x="-6455" y="120426"/>
                  <a:pt x="-1192" y="111628"/>
                </a:cubicBezTo>
                <a:lnTo>
                  <a:pt x="20558" y="75364"/>
                </a:lnTo>
                <a:cubicBezTo>
                  <a:pt x="24135" y="69402"/>
                  <a:pt x="30549" y="65784"/>
                  <a:pt x="37497" y="65784"/>
                </a:cubicBezTo>
                <a:lnTo>
                  <a:pt x="76556" y="65784"/>
                </a:lnTo>
                <a:cubicBezTo>
                  <a:pt x="107845" y="12787"/>
                  <a:pt x="154511" y="10114"/>
                  <a:pt x="185717" y="14678"/>
                </a:cubicBezTo>
                <a:cubicBezTo>
                  <a:pt x="190980" y="15459"/>
                  <a:pt x="195091" y="19571"/>
                  <a:pt x="195831" y="24792"/>
                </a:cubicBezTo>
                <a:cubicBezTo>
                  <a:pt x="200395" y="55999"/>
                  <a:pt x="197723" y="102664"/>
                  <a:pt x="144725" y="133953"/>
                </a:cubicBezTo>
                <a:lnTo>
                  <a:pt x="144725" y="173012"/>
                </a:lnTo>
                <a:cubicBezTo>
                  <a:pt x="144725" y="179961"/>
                  <a:pt x="141107" y="186375"/>
                  <a:pt x="135145" y="189952"/>
                </a:cubicBezTo>
                <a:lnTo>
                  <a:pt x="98882" y="211702"/>
                </a:lnTo>
                <a:cubicBezTo>
                  <a:pt x="90124" y="216964"/>
                  <a:pt x="78941" y="210633"/>
                  <a:pt x="78941" y="200436"/>
                </a:cubicBezTo>
                <a:lnTo>
                  <a:pt x="78941" y="157882"/>
                </a:lnTo>
                <a:cubicBezTo>
                  <a:pt x="78941" y="143368"/>
                  <a:pt x="67141" y="131568"/>
                  <a:pt x="52627" y="131568"/>
                </a:cubicBezTo>
                <a:lnTo>
                  <a:pt x="52586" y="131568"/>
                </a:lnTo>
                <a:close/>
                <a:moveTo>
                  <a:pt x="164460" y="65784"/>
                </a:moveTo>
                <a:cubicBezTo>
                  <a:pt x="164460" y="54892"/>
                  <a:pt x="155617" y="46049"/>
                  <a:pt x="144725" y="46049"/>
                </a:cubicBezTo>
                <a:cubicBezTo>
                  <a:pt x="133833" y="46049"/>
                  <a:pt x="124990" y="54892"/>
                  <a:pt x="124990" y="65784"/>
                </a:cubicBezTo>
                <a:cubicBezTo>
                  <a:pt x="124990" y="76676"/>
                  <a:pt x="133833" y="85519"/>
                  <a:pt x="144725" y="85519"/>
                </a:cubicBezTo>
                <a:cubicBezTo>
                  <a:pt x="155617" y="85519"/>
                  <a:pt x="164460" y="76676"/>
                  <a:pt x="164460" y="65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613986" y="1368311"/>
            <a:ext cx="544692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Innovation Highlights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4357" y="1827816"/>
            <a:ext cx="5603057" cy="1129734"/>
          </a:xfrm>
          <a:custGeom>
            <a:avLst/>
            <a:gdLst/>
            <a:ahLst/>
            <a:cxnLst/>
            <a:rect l="l" t="t" r="r" b="b"/>
            <a:pathLst>
              <a:path w="5603057" h="1129734">
                <a:moveTo>
                  <a:pt x="70168" y="0"/>
                </a:moveTo>
                <a:lnTo>
                  <a:pt x="5532890" y="0"/>
                </a:lnTo>
                <a:cubicBezTo>
                  <a:pt x="5571642" y="0"/>
                  <a:pt x="5603057" y="31415"/>
                  <a:pt x="5603057" y="70168"/>
                </a:cubicBezTo>
                <a:lnTo>
                  <a:pt x="5603057" y="1059566"/>
                </a:lnTo>
                <a:cubicBezTo>
                  <a:pt x="5603057" y="1098318"/>
                  <a:pt x="5571642" y="1129734"/>
                  <a:pt x="5532890" y="1129734"/>
                </a:cubicBezTo>
                <a:lnTo>
                  <a:pt x="70168" y="1129734"/>
                </a:lnTo>
                <a:cubicBezTo>
                  <a:pt x="31415" y="1129734"/>
                  <a:pt x="0" y="1098318"/>
                  <a:pt x="0" y="1059566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290" y="2006747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123" y="2129544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98676" y="10964"/>
                </a:moveTo>
                <a:cubicBezTo>
                  <a:pt x="70992" y="10964"/>
                  <a:pt x="48824" y="23573"/>
                  <a:pt x="32687" y="38580"/>
                </a:cubicBezTo>
                <a:cubicBezTo>
                  <a:pt x="16652" y="53484"/>
                  <a:pt x="5927" y="71266"/>
                  <a:pt x="822" y="83498"/>
                </a:cubicBezTo>
                <a:cubicBezTo>
                  <a:pt x="-308" y="86205"/>
                  <a:pt x="-308" y="89220"/>
                  <a:pt x="822" y="91927"/>
                </a:cubicBezTo>
                <a:cubicBezTo>
                  <a:pt x="5927" y="104158"/>
                  <a:pt x="16652" y="121975"/>
                  <a:pt x="32687" y="136845"/>
                </a:cubicBezTo>
                <a:cubicBezTo>
                  <a:pt x="48824" y="151818"/>
                  <a:pt x="70992" y="164460"/>
                  <a:pt x="98676" y="164460"/>
                </a:cubicBezTo>
                <a:cubicBezTo>
                  <a:pt x="126360" y="164460"/>
                  <a:pt x="148528" y="151852"/>
                  <a:pt x="164666" y="136845"/>
                </a:cubicBezTo>
                <a:cubicBezTo>
                  <a:pt x="180701" y="121941"/>
                  <a:pt x="191425" y="104158"/>
                  <a:pt x="196530" y="91927"/>
                </a:cubicBezTo>
                <a:cubicBezTo>
                  <a:pt x="197661" y="89220"/>
                  <a:pt x="197661" y="86205"/>
                  <a:pt x="196530" y="83498"/>
                </a:cubicBezTo>
                <a:cubicBezTo>
                  <a:pt x="191425" y="71266"/>
                  <a:pt x="180701" y="53450"/>
                  <a:pt x="164666" y="38580"/>
                </a:cubicBezTo>
                <a:cubicBezTo>
                  <a:pt x="148528" y="23607"/>
                  <a:pt x="126360" y="10964"/>
                  <a:pt x="98676" y="10964"/>
                </a:cubicBezTo>
                <a:close/>
                <a:moveTo>
                  <a:pt x="49338" y="87712"/>
                </a:moveTo>
                <a:cubicBezTo>
                  <a:pt x="49338" y="60482"/>
                  <a:pt x="71446" y="38374"/>
                  <a:pt x="98676" y="38374"/>
                </a:cubicBezTo>
                <a:cubicBezTo>
                  <a:pt x="125907" y="38374"/>
                  <a:pt x="148014" y="60482"/>
                  <a:pt x="148014" y="87712"/>
                </a:cubicBezTo>
                <a:cubicBezTo>
                  <a:pt x="148014" y="114943"/>
                  <a:pt x="125907" y="137050"/>
                  <a:pt x="98676" y="137050"/>
                </a:cubicBezTo>
                <a:cubicBezTo>
                  <a:pt x="71446" y="137050"/>
                  <a:pt x="49338" y="114943"/>
                  <a:pt x="49338" y="87712"/>
                </a:cubicBezTo>
                <a:close/>
                <a:moveTo>
                  <a:pt x="98676" y="65784"/>
                </a:moveTo>
                <a:cubicBezTo>
                  <a:pt x="98676" y="77879"/>
                  <a:pt x="88843" y="87712"/>
                  <a:pt x="76748" y="87712"/>
                </a:cubicBezTo>
                <a:cubicBezTo>
                  <a:pt x="72808" y="87712"/>
                  <a:pt x="69108" y="86684"/>
                  <a:pt x="65887" y="84834"/>
                </a:cubicBezTo>
                <a:cubicBezTo>
                  <a:pt x="65544" y="88569"/>
                  <a:pt x="65853" y="92406"/>
                  <a:pt x="66881" y="96209"/>
                </a:cubicBezTo>
                <a:cubicBezTo>
                  <a:pt x="71575" y="113752"/>
                  <a:pt x="89631" y="124168"/>
                  <a:pt x="107173" y="119474"/>
                </a:cubicBezTo>
                <a:cubicBezTo>
                  <a:pt x="124716" y="114780"/>
                  <a:pt x="135132" y="96723"/>
                  <a:pt x="130438" y="79181"/>
                </a:cubicBezTo>
                <a:cubicBezTo>
                  <a:pt x="126258" y="63523"/>
                  <a:pt x="111422" y="53552"/>
                  <a:pt x="95798" y="54923"/>
                </a:cubicBezTo>
                <a:cubicBezTo>
                  <a:pt x="97614" y="58109"/>
                  <a:pt x="98676" y="61810"/>
                  <a:pt x="98676" y="65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94649" y="2006747"/>
            <a:ext cx="477154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Eye Tracking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4649" y="2322511"/>
            <a:ext cx="4754003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Webcam-based gaze detection for hands-free reading. Uses computer vision to track eye movement and automatically scroll content.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4357" y="3104902"/>
            <a:ext cx="5603057" cy="1129734"/>
          </a:xfrm>
          <a:custGeom>
            <a:avLst/>
            <a:gdLst/>
            <a:ahLst/>
            <a:cxnLst/>
            <a:rect l="l" t="t" r="r" b="b"/>
            <a:pathLst>
              <a:path w="5603057" h="1129734">
                <a:moveTo>
                  <a:pt x="70168" y="0"/>
                </a:moveTo>
                <a:lnTo>
                  <a:pt x="5532890" y="0"/>
                </a:lnTo>
                <a:cubicBezTo>
                  <a:pt x="5571642" y="0"/>
                  <a:pt x="5603057" y="31415"/>
                  <a:pt x="5603057" y="70168"/>
                </a:cubicBezTo>
                <a:lnTo>
                  <a:pt x="5603057" y="1059566"/>
                </a:lnTo>
                <a:cubicBezTo>
                  <a:pt x="5603057" y="1098318"/>
                  <a:pt x="5571642" y="1129734"/>
                  <a:pt x="5532890" y="1129734"/>
                </a:cubicBezTo>
                <a:lnTo>
                  <a:pt x="70168" y="1129734"/>
                </a:lnTo>
                <a:cubicBezTo>
                  <a:pt x="31415" y="1129734"/>
                  <a:pt x="0" y="1098318"/>
                  <a:pt x="0" y="1059566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290" y="3283838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6088" y="3406635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0" y="87712"/>
                </a:moveTo>
                <a:cubicBezTo>
                  <a:pt x="0" y="39303"/>
                  <a:pt x="39303" y="0"/>
                  <a:pt x="87712" y="0"/>
                </a:cubicBezTo>
                <a:cubicBezTo>
                  <a:pt x="136122" y="0"/>
                  <a:pt x="175424" y="39303"/>
                  <a:pt x="175424" y="87712"/>
                </a:cubicBezTo>
                <a:cubicBezTo>
                  <a:pt x="175424" y="136122"/>
                  <a:pt x="136122" y="175424"/>
                  <a:pt x="87712" y="175424"/>
                </a:cubicBezTo>
                <a:cubicBezTo>
                  <a:pt x="39303" y="175424"/>
                  <a:pt x="0" y="136122"/>
                  <a:pt x="0" y="87712"/>
                </a:cubicBezTo>
                <a:close/>
                <a:moveTo>
                  <a:pt x="98676" y="32892"/>
                </a:moveTo>
                <a:cubicBezTo>
                  <a:pt x="98676" y="26841"/>
                  <a:pt x="93763" y="21928"/>
                  <a:pt x="87712" y="21928"/>
                </a:cubicBezTo>
                <a:cubicBezTo>
                  <a:pt x="81661" y="21928"/>
                  <a:pt x="76748" y="26841"/>
                  <a:pt x="76748" y="32892"/>
                </a:cubicBezTo>
                <a:cubicBezTo>
                  <a:pt x="76748" y="38943"/>
                  <a:pt x="81661" y="43856"/>
                  <a:pt x="87712" y="43856"/>
                </a:cubicBezTo>
                <a:cubicBezTo>
                  <a:pt x="93763" y="43856"/>
                  <a:pt x="98676" y="38943"/>
                  <a:pt x="98676" y="32892"/>
                </a:cubicBezTo>
                <a:close/>
                <a:moveTo>
                  <a:pt x="87712" y="142532"/>
                </a:moveTo>
                <a:cubicBezTo>
                  <a:pt x="99807" y="142532"/>
                  <a:pt x="109640" y="132699"/>
                  <a:pt x="109640" y="120604"/>
                </a:cubicBezTo>
                <a:cubicBezTo>
                  <a:pt x="109640" y="115054"/>
                  <a:pt x="107585" y="109949"/>
                  <a:pt x="104158" y="106111"/>
                </a:cubicBezTo>
                <a:lnTo>
                  <a:pt x="127971" y="58521"/>
                </a:lnTo>
                <a:cubicBezTo>
                  <a:pt x="129992" y="54443"/>
                  <a:pt x="128348" y="49509"/>
                  <a:pt x="124305" y="47488"/>
                </a:cubicBezTo>
                <a:cubicBezTo>
                  <a:pt x="120262" y="45466"/>
                  <a:pt x="115294" y="47111"/>
                  <a:pt x="113272" y="51154"/>
                </a:cubicBezTo>
                <a:lnTo>
                  <a:pt x="89460" y="98745"/>
                </a:lnTo>
                <a:cubicBezTo>
                  <a:pt x="88877" y="98711"/>
                  <a:pt x="88295" y="98676"/>
                  <a:pt x="87712" y="98676"/>
                </a:cubicBezTo>
                <a:cubicBezTo>
                  <a:pt x="75618" y="98676"/>
                  <a:pt x="65784" y="108510"/>
                  <a:pt x="65784" y="120604"/>
                </a:cubicBezTo>
                <a:cubicBezTo>
                  <a:pt x="65784" y="132699"/>
                  <a:pt x="75618" y="142532"/>
                  <a:pt x="87712" y="142532"/>
                </a:cubicBezTo>
                <a:close/>
                <a:moveTo>
                  <a:pt x="60302" y="49338"/>
                </a:moveTo>
                <a:cubicBezTo>
                  <a:pt x="60302" y="43287"/>
                  <a:pt x="55389" y="38374"/>
                  <a:pt x="49338" y="38374"/>
                </a:cubicBezTo>
                <a:cubicBezTo>
                  <a:pt x="43287" y="38374"/>
                  <a:pt x="38374" y="43287"/>
                  <a:pt x="38374" y="49338"/>
                </a:cubicBezTo>
                <a:cubicBezTo>
                  <a:pt x="38374" y="55389"/>
                  <a:pt x="43287" y="60302"/>
                  <a:pt x="49338" y="60302"/>
                </a:cubicBezTo>
                <a:cubicBezTo>
                  <a:pt x="55389" y="60302"/>
                  <a:pt x="60302" y="55389"/>
                  <a:pt x="60302" y="49338"/>
                </a:cubicBezTo>
                <a:close/>
                <a:moveTo>
                  <a:pt x="32892" y="98676"/>
                </a:moveTo>
                <a:cubicBezTo>
                  <a:pt x="38943" y="98676"/>
                  <a:pt x="43856" y="93763"/>
                  <a:pt x="43856" y="87712"/>
                </a:cubicBezTo>
                <a:cubicBezTo>
                  <a:pt x="43856" y="81661"/>
                  <a:pt x="38943" y="76748"/>
                  <a:pt x="32892" y="76748"/>
                </a:cubicBezTo>
                <a:cubicBezTo>
                  <a:pt x="26841" y="76748"/>
                  <a:pt x="21928" y="81661"/>
                  <a:pt x="21928" y="87712"/>
                </a:cubicBezTo>
                <a:cubicBezTo>
                  <a:pt x="21928" y="93763"/>
                  <a:pt x="26841" y="98676"/>
                  <a:pt x="32892" y="98676"/>
                </a:cubicBezTo>
                <a:close/>
                <a:moveTo>
                  <a:pt x="153496" y="87712"/>
                </a:moveTo>
                <a:cubicBezTo>
                  <a:pt x="153496" y="81661"/>
                  <a:pt x="148584" y="76748"/>
                  <a:pt x="142532" y="76748"/>
                </a:cubicBezTo>
                <a:cubicBezTo>
                  <a:pt x="136481" y="76748"/>
                  <a:pt x="131568" y="81661"/>
                  <a:pt x="131568" y="87712"/>
                </a:cubicBezTo>
                <a:cubicBezTo>
                  <a:pt x="131568" y="93763"/>
                  <a:pt x="136481" y="98676"/>
                  <a:pt x="142532" y="98676"/>
                </a:cubicBezTo>
                <a:cubicBezTo>
                  <a:pt x="148584" y="98676"/>
                  <a:pt x="153496" y="93763"/>
                  <a:pt x="153496" y="8771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4649" y="3283838"/>
            <a:ext cx="477154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Adaptive Scroll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4649" y="3599602"/>
            <a:ext cx="4754003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adjusts based on reading patterns. AI learns your pace and adapts in real-time for optimal comfort.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4357" y="4381993"/>
            <a:ext cx="5603057" cy="1129734"/>
          </a:xfrm>
          <a:custGeom>
            <a:avLst/>
            <a:gdLst/>
            <a:ahLst/>
            <a:cxnLst/>
            <a:rect l="l" t="t" r="r" b="b"/>
            <a:pathLst>
              <a:path w="5603057" h="1129734">
                <a:moveTo>
                  <a:pt x="70168" y="0"/>
                </a:moveTo>
                <a:lnTo>
                  <a:pt x="5532890" y="0"/>
                </a:lnTo>
                <a:cubicBezTo>
                  <a:pt x="5571642" y="0"/>
                  <a:pt x="5603057" y="31415"/>
                  <a:pt x="5603057" y="70168"/>
                </a:cubicBezTo>
                <a:lnTo>
                  <a:pt x="5603057" y="1059566"/>
                </a:lnTo>
                <a:cubicBezTo>
                  <a:pt x="5603057" y="1098318"/>
                  <a:pt x="5571642" y="1129734"/>
                  <a:pt x="5532890" y="1129734"/>
                </a:cubicBezTo>
                <a:lnTo>
                  <a:pt x="70168" y="1129734"/>
                </a:lnTo>
                <a:cubicBezTo>
                  <a:pt x="31415" y="1129734"/>
                  <a:pt x="0" y="1098318"/>
                  <a:pt x="0" y="1059566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290" y="4560925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6088" y="4683722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41115" y="19187"/>
                </a:moveTo>
                <a:cubicBezTo>
                  <a:pt x="41115" y="8600"/>
                  <a:pt x="49715" y="0"/>
                  <a:pt x="60302" y="0"/>
                </a:cubicBezTo>
                <a:lnTo>
                  <a:pt x="68525" y="0"/>
                </a:lnTo>
                <a:cubicBezTo>
                  <a:pt x="74590" y="0"/>
                  <a:pt x="79489" y="4900"/>
                  <a:pt x="79489" y="10964"/>
                </a:cubicBezTo>
                <a:lnTo>
                  <a:pt x="79489" y="164460"/>
                </a:lnTo>
                <a:cubicBezTo>
                  <a:pt x="79489" y="170525"/>
                  <a:pt x="74590" y="175424"/>
                  <a:pt x="68525" y="175424"/>
                </a:cubicBezTo>
                <a:lnTo>
                  <a:pt x="57561" y="175424"/>
                </a:lnTo>
                <a:cubicBezTo>
                  <a:pt x="47351" y="175424"/>
                  <a:pt x="38751" y="168435"/>
                  <a:pt x="36318" y="158978"/>
                </a:cubicBezTo>
                <a:cubicBezTo>
                  <a:pt x="36079" y="158978"/>
                  <a:pt x="35873" y="158978"/>
                  <a:pt x="35633" y="158978"/>
                </a:cubicBezTo>
                <a:cubicBezTo>
                  <a:pt x="20489" y="158978"/>
                  <a:pt x="8223" y="146712"/>
                  <a:pt x="8223" y="131568"/>
                </a:cubicBezTo>
                <a:cubicBezTo>
                  <a:pt x="8223" y="125401"/>
                  <a:pt x="10279" y="119713"/>
                  <a:pt x="13705" y="115122"/>
                </a:cubicBezTo>
                <a:cubicBezTo>
                  <a:pt x="7058" y="110120"/>
                  <a:pt x="2741" y="102171"/>
                  <a:pt x="2741" y="93194"/>
                </a:cubicBezTo>
                <a:cubicBezTo>
                  <a:pt x="2741" y="82607"/>
                  <a:pt x="8771" y="73390"/>
                  <a:pt x="17542" y="68834"/>
                </a:cubicBezTo>
                <a:cubicBezTo>
                  <a:pt x="15110" y="64722"/>
                  <a:pt x="13705" y="59925"/>
                  <a:pt x="13705" y="54820"/>
                </a:cubicBezTo>
                <a:cubicBezTo>
                  <a:pt x="13705" y="39676"/>
                  <a:pt x="25971" y="27410"/>
                  <a:pt x="41115" y="27410"/>
                </a:cubicBezTo>
                <a:lnTo>
                  <a:pt x="41115" y="19187"/>
                </a:lnTo>
                <a:close/>
                <a:moveTo>
                  <a:pt x="134309" y="19187"/>
                </a:moveTo>
                <a:lnTo>
                  <a:pt x="134309" y="27410"/>
                </a:lnTo>
                <a:cubicBezTo>
                  <a:pt x="149453" y="27410"/>
                  <a:pt x="161719" y="39676"/>
                  <a:pt x="161719" y="54820"/>
                </a:cubicBezTo>
                <a:cubicBezTo>
                  <a:pt x="161719" y="59960"/>
                  <a:pt x="160315" y="64756"/>
                  <a:pt x="157882" y="68834"/>
                </a:cubicBezTo>
                <a:cubicBezTo>
                  <a:pt x="166688" y="73390"/>
                  <a:pt x="172683" y="82573"/>
                  <a:pt x="172683" y="93194"/>
                </a:cubicBezTo>
                <a:cubicBezTo>
                  <a:pt x="172683" y="102171"/>
                  <a:pt x="168366" y="110120"/>
                  <a:pt x="161719" y="115122"/>
                </a:cubicBezTo>
                <a:cubicBezTo>
                  <a:pt x="165146" y="119713"/>
                  <a:pt x="167201" y="125401"/>
                  <a:pt x="167201" y="131568"/>
                </a:cubicBezTo>
                <a:cubicBezTo>
                  <a:pt x="167201" y="146712"/>
                  <a:pt x="154935" y="158978"/>
                  <a:pt x="139791" y="158978"/>
                </a:cubicBezTo>
                <a:cubicBezTo>
                  <a:pt x="139552" y="158978"/>
                  <a:pt x="139346" y="158978"/>
                  <a:pt x="139106" y="158978"/>
                </a:cubicBezTo>
                <a:cubicBezTo>
                  <a:pt x="136673" y="168435"/>
                  <a:pt x="128074" y="175424"/>
                  <a:pt x="117863" y="175424"/>
                </a:cubicBezTo>
                <a:lnTo>
                  <a:pt x="106899" y="175424"/>
                </a:lnTo>
                <a:cubicBezTo>
                  <a:pt x="100835" y="175424"/>
                  <a:pt x="95935" y="170525"/>
                  <a:pt x="95935" y="164460"/>
                </a:cubicBezTo>
                <a:lnTo>
                  <a:pt x="95935" y="10964"/>
                </a:lnTo>
                <a:cubicBezTo>
                  <a:pt x="95935" y="4900"/>
                  <a:pt x="100835" y="0"/>
                  <a:pt x="106899" y="0"/>
                </a:cubicBezTo>
                <a:lnTo>
                  <a:pt x="115122" y="0"/>
                </a:lnTo>
                <a:cubicBezTo>
                  <a:pt x="125709" y="0"/>
                  <a:pt x="134309" y="8600"/>
                  <a:pt x="134309" y="1918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4649" y="4560925"/>
            <a:ext cx="477154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Summarization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4649" y="4876689"/>
            <a:ext cx="4754003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content condensation using OpenAI API. Extracts key points while preserving meaning and context.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0374" y="1403289"/>
            <a:ext cx="236823" cy="210509"/>
          </a:xfrm>
          <a:custGeom>
            <a:avLst/>
            <a:gdLst/>
            <a:ahLst/>
            <a:cxnLst/>
            <a:rect l="l" t="t" r="r" b="b"/>
            <a:pathLst>
              <a:path w="236823" h="210509">
                <a:moveTo>
                  <a:pt x="148343" y="493"/>
                </a:moveTo>
                <a:cubicBezTo>
                  <a:pt x="141354" y="-1521"/>
                  <a:pt x="134076" y="2549"/>
                  <a:pt x="132062" y="9539"/>
                </a:cubicBezTo>
                <a:lnTo>
                  <a:pt x="79434" y="193734"/>
                </a:lnTo>
                <a:cubicBezTo>
                  <a:pt x="77420" y="200724"/>
                  <a:pt x="81490" y="208001"/>
                  <a:pt x="88480" y="210016"/>
                </a:cubicBezTo>
                <a:cubicBezTo>
                  <a:pt x="95469" y="212031"/>
                  <a:pt x="102747" y="207960"/>
                  <a:pt x="104761" y="200971"/>
                </a:cubicBezTo>
                <a:lnTo>
                  <a:pt x="157389" y="16775"/>
                </a:lnTo>
                <a:cubicBezTo>
                  <a:pt x="159403" y="9785"/>
                  <a:pt x="155333" y="2508"/>
                  <a:pt x="148343" y="493"/>
                </a:cubicBezTo>
                <a:close/>
                <a:moveTo>
                  <a:pt x="174904" y="56451"/>
                </a:moveTo>
                <a:cubicBezTo>
                  <a:pt x="169764" y="61590"/>
                  <a:pt x="169764" y="69937"/>
                  <a:pt x="174904" y="75076"/>
                </a:cubicBezTo>
                <a:lnTo>
                  <a:pt x="205082" y="105255"/>
                </a:lnTo>
                <a:lnTo>
                  <a:pt x="174904" y="135433"/>
                </a:lnTo>
                <a:cubicBezTo>
                  <a:pt x="169764" y="140573"/>
                  <a:pt x="169764" y="148919"/>
                  <a:pt x="174904" y="154058"/>
                </a:cubicBezTo>
                <a:cubicBezTo>
                  <a:pt x="180043" y="159198"/>
                  <a:pt x="188389" y="159198"/>
                  <a:pt x="193529" y="154058"/>
                </a:cubicBezTo>
                <a:lnTo>
                  <a:pt x="232999" y="114588"/>
                </a:lnTo>
                <a:cubicBezTo>
                  <a:pt x="238139" y="109448"/>
                  <a:pt x="238139" y="101102"/>
                  <a:pt x="232999" y="95963"/>
                </a:cubicBezTo>
                <a:lnTo>
                  <a:pt x="193529" y="56492"/>
                </a:lnTo>
                <a:cubicBezTo>
                  <a:pt x="188389" y="51353"/>
                  <a:pt x="180043" y="51353"/>
                  <a:pt x="174904" y="56492"/>
                </a:cubicBezTo>
                <a:close/>
                <a:moveTo>
                  <a:pt x="61960" y="56451"/>
                </a:moveTo>
                <a:cubicBezTo>
                  <a:pt x="56821" y="51312"/>
                  <a:pt x="48475" y="51312"/>
                  <a:pt x="43335" y="56451"/>
                </a:cubicBezTo>
                <a:lnTo>
                  <a:pt x="3865" y="95922"/>
                </a:lnTo>
                <a:cubicBezTo>
                  <a:pt x="-1275" y="101061"/>
                  <a:pt x="-1275" y="109407"/>
                  <a:pt x="3865" y="114547"/>
                </a:cubicBezTo>
                <a:lnTo>
                  <a:pt x="43335" y="154017"/>
                </a:lnTo>
                <a:cubicBezTo>
                  <a:pt x="48475" y="159157"/>
                  <a:pt x="56821" y="159157"/>
                  <a:pt x="61960" y="154017"/>
                </a:cubicBezTo>
                <a:cubicBezTo>
                  <a:pt x="67100" y="148878"/>
                  <a:pt x="67100" y="140531"/>
                  <a:pt x="61960" y="135392"/>
                </a:cubicBezTo>
                <a:lnTo>
                  <a:pt x="31782" y="105255"/>
                </a:lnTo>
                <a:lnTo>
                  <a:pt x="61919" y="75076"/>
                </a:lnTo>
                <a:cubicBezTo>
                  <a:pt x="67059" y="69937"/>
                  <a:pt x="67059" y="61590"/>
                  <a:pt x="61919" y="5645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6500354" y="1368311"/>
            <a:ext cx="544692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0726" y="1827816"/>
            <a:ext cx="5603057" cy="778885"/>
          </a:xfrm>
          <a:custGeom>
            <a:avLst/>
            <a:gdLst/>
            <a:ahLst/>
            <a:cxnLst/>
            <a:rect l="l" t="t" r="r" b="b"/>
            <a:pathLst>
              <a:path w="5603057" h="778885">
                <a:moveTo>
                  <a:pt x="70170" y="0"/>
                </a:moveTo>
                <a:lnTo>
                  <a:pt x="5532888" y="0"/>
                </a:lnTo>
                <a:cubicBezTo>
                  <a:pt x="5571641" y="0"/>
                  <a:pt x="5603057" y="31416"/>
                  <a:pt x="5603057" y="70170"/>
                </a:cubicBezTo>
                <a:lnTo>
                  <a:pt x="5603057" y="708715"/>
                </a:lnTo>
                <a:cubicBezTo>
                  <a:pt x="5603057" y="747469"/>
                  <a:pt x="5571641" y="778885"/>
                  <a:pt x="5532888" y="778885"/>
                </a:cubicBezTo>
                <a:lnTo>
                  <a:pt x="70170" y="778885"/>
                </a:lnTo>
                <a:cubicBezTo>
                  <a:pt x="31442" y="778885"/>
                  <a:pt x="0" y="747443"/>
                  <a:pt x="0" y="708715"/>
                </a:cubicBezTo>
                <a:lnTo>
                  <a:pt x="0" y="70170"/>
                </a:lnTo>
                <a:cubicBezTo>
                  <a:pt x="0" y="31416"/>
                  <a:pt x="31416" y="0"/>
                  <a:pt x="7017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0887" y="2076917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0" y="105255"/>
                </a:moveTo>
                <a:cubicBezTo>
                  <a:pt x="0" y="86095"/>
                  <a:pt x="5139" y="68087"/>
                  <a:pt x="14102" y="52257"/>
                </a:cubicBezTo>
                <a:lnTo>
                  <a:pt x="59247" y="130869"/>
                </a:lnTo>
                <a:cubicBezTo>
                  <a:pt x="68251" y="146987"/>
                  <a:pt x="85478" y="157882"/>
                  <a:pt x="105255" y="157882"/>
                </a:cubicBezTo>
                <a:cubicBezTo>
                  <a:pt x="111134" y="157882"/>
                  <a:pt x="116397" y="156936"/>
                  <a:pt x="122030" y="155168"/>
                </a:cubicBezTo>
                <a:lnTo>
                  <a:pt x="90659" y="209523"/>
                </a:lnTo>
                <a:cubicBezTo>
                  <a:pt x="39429" y="202410"/>
                  <a:pt x="0" y="158417"/>
                  <a:pt x="0" y="105255"/>
                </a:cubicBezTo>
                <a:close/>
                <a:moveTo>
                  <a:pt x="150111" y="132226"/>
                </a:moveTo>
                <a:cubicBezTo>
                  <a:pt x="155168" y="124332"/>
                  <a:pt x="157882" y="114752"/>
                  <a:pt x="157882" y="105255"/>
                </a:cubicBezTo>
                <a:cubicBezTo>
                  <a:pt x="157882" y="89549"/>
                  <a:pt x="150975" y="75446"/>
                  <a:pt x="140079" y="65784"/>
                </a:cubicBezTo>
                <a:lnTo>
                  <a:pt x="202862" y="65784"/>
                </a:lnTo>
                <a:cubicBezTo>
                  <a:pt x="207796" y="77954"/>
                  <a:pt x="210509" y="91317"/>
                  <a:pt x="210509" y="105255"/>
                </a:cubicBezTo>
                <a:cubicBezTo>
                  <a:pt x="210509" y="163391"/>
                  <a:pt x="163391" y="210139"/>
                  <a:pt x="105255" y="210509"/>
                </a:cubicBezTo>
                <a:lnTo>
                  <a:pt x="150111" y="132226"/>
                </a:lnTo>
                <a:close/>
                <a:moveTo>
                  <a:pt x="196448" y="52627"/>
                </a:moveTo>
                <a:lnTo>
                  <a:pt x="105255" y="52627"/>
                </a:lnTo>
                <a:cubicBezTo>
                  <a:pt x="79393" y="52627"/>
                  <a:pt x="58507" y="70759"/>
                  <a:pt x="53655" y="94853"/>
                </a:cubicBezTo>
                <a:lnTo>
                  <a:pt x="22284" y="40498"/>
                </a:lnTo>
                <a:cubicBezTo>
                  <a:pt x="41526" y="15829"/>
                  <a:pt x="71540" y="0"/>
                  <a:pt x="105255" y="0"/>
                </a:cubicBezTo>
                <a:cubicBezTo>
                  <a:pt x="144232" y="0"/>
                  <a:pt x="178234" y="21174"/>
                  <a:pt x="196448" y="52627"/>
                </a:cubicBezTo>
                <a:close/>
                <a:moveTo>
                  <a:pt x="141436" y="105255"/>
                </a:moveTo>
                <a:cubicBezTo>
                  <a:pt x="141436" y="125224"/>
                  <a:pt x="125224" y="141436"/>
                  <a:pt x="105255" y="141436"/>
                </a:cubicBezTo>
                <a:cubicBezTo>
                  <a:pt x="85286" y="141436"/>
                  <a:pt x="69073" y="125224"/>
                  <a:pt x="69073" y="105255"/>
                </a:cubicBezTo>
                <a:cubicBezTo>
                  <a:pt x="69073" y="85286"/>
                  <a:pt x="85286" y="69073"/>
                  <a:pt x="105255" y="69073"/>
                </a:cubicBezTo>
                <a:cubicBezTo>
                  <a:pt x="125224" y="69073"/>
                  <a:pt x="141436" y="85286"/>
                  <a:pt x="141436" y="10525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8050" y="1971662"/>
            <a:ext cx="240331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Chrome Extension API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8050" y="2217256"/>
            <a:ext cx="238577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Manifest V3 for modern browser integration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0726" y="2718969"/>
            <a:ext cx="5603057" cy="778885"/>
          </a:xfrm>
          <a:custGeom>
            <a:avLst/>
            <a:gdLst/>
            <a:ahLst/>
            <a:cxnLst/>
            <a:rect l="l" t="t" r="r" b="b"/>
            <a:pathLst>
              <a:path w="5603057" h="778885">
                <a:moveTo>
                  <a:pt x="70170" y="0"/>
                </a:moveTo>
                <a:lnTo>
                  <a:pt x="5532888" y="0"/>
                </a:lnTo>
                <a:cubicBezTo>
                  <a:pt x="5571641" y="0"/>
                  <a:pt x="5603057" y="31416"/>
                  <a:pt x="5603057" y="70170"/>
                </a:cubicBezTo>
                <a:lnTo>
                  <a:pt x="5603057" y="708715"/>
                </a:lnTo>
                <a:cubicBezTo>
                  <a:pt x="5603057" y="747469"/>
                  <a:pt x="5571641" y="778885"/>
                  <a:pt x="5532888" y="778885"/>
                </a:cubicBezTo>
                <a:lnTo>
                  <a:pt x="70170" y="778885"/>
                </a:lnTo>
                <a:cubicBezTo>
                  <a:pt x="31442" y="778885"/>
                  <a:pt x="0" y="747443"/>
                  <a:pt x="0" y="708715"/>
                </a:cubicBezTo>
                <a:lnTo>
                  <a:pt x="0" y="70170"/>
                </a:lnTo>
                <a:cubicBezTo>
                  <a:pt x="0" y="31416"/>
                  <a:pt x="31416" y="0"/>
                  <a:pt x="7017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4044" y="2968074"/>
            <a:ext cx="184196" cy="210509"/>
          </a:xfrm>
          <a:custGeom>
            <a:avLst/>
            <a:gdLst/>
            <a:ahLst/>
            <a:cxnLst/>
            <a:rect l="l" t="t" r="r" b="b"/>
            <a:pathLst>
              <a:path w="184196" h="210509">
                <a:moveTo>
                  <a:pt x="0" y="13157"/>
                </a:moveTo>
                <a:lnTo>
                  <a:pt x="0" y="197353"/>
                </a:lnTo>
                <a:lnTo>
                  <a:pt x="184196" y="197353"/>
                </a:lnTo>
                <a:lnTo>
                  <a:pt x="184196" y="13157"/>
                </a:lnTo>
                <a:lnTo>
                  <a:pt x="0" y="13157"/>
                </a:lnTo>
                <a:close/>
                <a:moveTo>
                  <a:pt x="100239" y="156813"/>
                </a:moveTo>
                <a:cubicBezTo>
                  <a:pt x="100239" y="174739"/>
                  <a:pt x="89713" y="182921"/>
                  <a:pt x="74377" y="182921"/>
                </a:cubicBezTo>
                <a:cubicBezTo>
                  <a:pt x="60521" y="182921"/>
                  <a:pt x="52504" y="175767"/>
                  <a:pt x="48392" y="167092"/>
                </a:cubicBezTo>
                <a:lnTo>
                  <a:pt x="62495" y="158581"/>
                </a:lnTo>
                <a:cubicBezTo>
                  <a:pt x="65209" y="163391"/>
                  <a:pt x="67675" y="167462"/>
                  <a:pt x="73637" y="167462"/>
                </a:cubicBezTo>
                <a:cubicBezTo>
                  <a:pt x="79311" y="167462"/>
                  <a:pt x="82929" y="165242"/>
                  <a:pt x="82929" y="156566"/>
                </a:cubicBezTo>
                <a:lnTo>
                  <a:pt x="82929" y="97731"/>
                </a:lnTo>
                <a:lnTo>
                  <a:pt x="100239" y="97731"/>
                </a:lnTo>
                <a:lnTo>
                  <a:pt x="100239" y="156813"/>
                </a:lnTo>
                <a:close/>
                <a:moveTo>
                  <a:pt x="141189" y="182921"/>
                </a:moveTo>
                <a:cubicBezTo>
                  <a:pt x="125113" y="182921"/>
                  <a:pt x="114711" y="175274"/>
                  <a:pt x="109654" y="165242"/>
                </a:cubicBezTo>
                <a:lnTo>
                  <a:pt x="123756" y="157101"/>
                </a:lnTo>
                <a:cubicBezTo>
                  <a:pt x="127457" y="163145"/>
                  <a:pt x="132308" y="167626"/>
                  <a:pt x="140819" y="167626"/>
                </a:cubicBezTo>
                <a:cubicBezTo>
                  <a:pt x="147973" y="167626"/>
                  <a:pt x="152578" y="164049"/>
                  <a:pt x="152578" y="159074"/>
                </a:cubicBezTo>
                <a:cubicBezTo>
                  <a:pt x="152578" y="153154"/>
                  <a:pt x="147891" y="151057"/>
                  <a:pt x="139956" y="147562"/>
                </a:cubicBezTo>
                <a:lnTo>
                  <a:pt x="135639" y="145712"/>
                </a:lnTo>
                <a:cubicBezTo>
                  <a:pt x="123140" y="140408"/>
                  <a:pt x="114876" y="133706"/>
                  <a:pt x="114876" y="119604"/>
                </a:cubicBezTo>
                <a:cubicBezTo>
                  <a:pt x="114876" y="106611"/>
                  <a:pt x="124784" y="96744"/>
                  <a:pt x="140203" y="96744"/>
                </a:cubicBezTo>
                <a:cubicBezTo>
                  <a:pt x="151221" y="96744"/>
                  <a:pt x="159115" y="100568"/>
                  <a:pt x="164789" y="110600"/>
                </a:cubicBezTo>
                <a:lnTo>
                  <a:pt x="151304" y="119234"/>
                </a:lnTo>
                <a:cubicBezTo>
                  <a:pt x="148343" y="113930"/>
                  <a:pt x="145136" y="111833"/>
                  <a:pt x="140161" y="111833"/>
                </a:cubicBezTo>
                <a:cubicBezTo>
                  <a:pt x="135104" y="111833"/>
                  <a:pt x="131897" y="115040"/>
                  <a:pt x="131897" y="119234"/>
                </a:cubicBezTo>
                <a:cubicBezTo>
                  <a:pt x="131897" y="124414"/>
                  <a:pt x="135104" y="126511"/>
                  <a:pt x="142546" y="129759"/>
                </a:cubicBezTo>
                <a:lnTo>
                  <a:pt x="146863" y="131609"/>
                </a:lnTo>
                <a:cubicBezTo>
                  <a:pt x="161582" y="137900"/>
                  <a:pt x="169847" y="144355"/>
                  <a:pt x="169847" y="158828"/>
                </a:cubicBezTo>
                <a:cubicBezTo>
                  <a:pt x="169847" y="174369"/>
                  <a:pt x="157594" y="182921"/>
                  <a:pt x="141189" y="18292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0" name="Text 28"/>
          <p:cNvSpPr/>
          <p:nvPr/>
        </p:nvSpPr>
        <p:spPr>
          <a:xfrm>
            <a:off x="6788050" y="2862819"/>
            <a:ext cx="2280518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JavaScript (ES6+)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88050" y="3108414"/>
            <a:ext cx="2262976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functionality with modern standards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40726" y="3610126"/>
            <a:ext cx="5603057" cy="778885"/>
          </a:xfrm>
          <a:custGeom>
            <a:avLst/>
            <a:gdLst/>
            <a:ahLst/>
            <a:cxnLst/>
            <a:rect l="l" t="t" r="r" b="b"/>
            <a:pathLst>
              <a:path w="5603057" h="778885">
                <a:moveTo>
                  <a:pt x="70170" y="0"/>
                </a:moveTo>
                <a:lnTo>
                  <a:pt x="5532888" y="0"/>
                </a:lnTo>
                <a:cubicBezTo>
                  <a:pt x="5571641" y="0"/>
                  <a:pt x="5603057" y="31416"/>
                  <a:pt x="5603057" y="70170"/>
                </a:cubicBezTo>
                <a:lnTo>
                  <a:pt x="5603057" y="708715"/>
                </a:lnTo>
                <a:cubicBezTo>
                  <a:pt x="5603057" y="747469"/>
                  <a:pt x="5571641" y="778885"/>
                  <a:pt x="5532888" y="778885"/>
                </a:cubicBezTo>
                <a:lnTo>
                  <a:pt x="70170" y="778885"/>
                </a:lnTo>
                <a:cubicBezTo>
                  <a:pt x="31442" y="778885"/>
                  <a:pt x="0" y="747443"/>
                  <a:pt x="0" y="708715"/>
                </a:cubicBezTo>
                <a:lnTo>
                  <a:pt x="0" y="70170"/>
                </a:lnTo>
                <a:cubicBezTo>
                  <a:pt x="0" y="31416"/>
                  <a:pt x="31416" y="0"/>
                  <a:pt x="7017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7201" y="3859231"/>
            <a:ext cx="157882" cy="210509"/>
          </a:xfrm>
          <a:custGeom>
            <a:avLst/>
            <a:gdLst/>
            <a:ahLst/>
            <a:cxnLst/>
            <a:rect l="l" t="t" r="r" b="b"/>
            <a:pathLst>
              <a:path w="157882" h="210509">
                <a:moveTo>
                  <a:pt x="0" y="13157"/>
                </a:moveTo>
                <a:lnTo>
                  <a:pt x="14349" y="175890"/>
                </a:lnTo>
                <a:lnTo>
                  <a:pt x="78941" y="197353"/>
                </a:lnTo>
                <a:lnTo>
                  <a:pt x="143533" y="175890"/>
                </a:lnTo>
                <a:lnTo>
                  <a:pt x="157882" y="13157"/>
                </a:lnTo>
                <a:lnTo>
                  <a:pt x="0" y="13157"/>
                </a:lnTo>
                <a:close/>
                <a:moveTo>
                  <a:pt x="128731" y="46049"/>
                </a:moveTo>
                <a:lnTo>
                  <a:pt x="126758" y="65496"/>
                </a:lnTo>
                <a:lnTo>
                  <a:pt x="79352" y="85766"/>
                </a:lnTo>
                <a:lnTo>
                  <a:pt x="79229" y="85807"/>
                </a:lnTo>
                <a:lnTo>
                  <a:pt x="125072" y="85807"/>
                </a:lnTo>
                <a:lnTo>
                  <a:pt x="119809" y="146082"/>
                </a:lnTo>
                <a:lnTo>
                  <a:pt x="79434" y="157882"/>
                </a:lnTo>
                <a:lnTo>
                  <a:pt x="38813" y="145876"/>
                </a:lnTo>
                <a:lnTo>
                  <a:pt x="36181" y="115492"/>
                </a:lnTo>
                <a:lnTo>
                  <a:pt x="56287" y="115492"/>
                </a:lnTo>
                <a:lnTo>
                  <a:pt x="57602" y="131239"/>
                </a:lnTo>
                <a:lnTo>
                  <a:pt x="79229" y="136708"/>
                </a:lnTo>
                <a:lnTo>
                  <a:pt x="101719" y="130376"/>
                </a:lnTo>
                <a:lnTo>
                  <a:pt x="103240" y="105049"/>
                </a:lnTo>
                <a:lnTo>
                  <a:pt x="34866" y="104844"/>
                </a:lnTo>
                <a:lnTo>
                  <a:pt x="34866" y="104802"/>
                </a:lnTo>
                <a:lnTo>
                  <a:pt x="34783" y="104844"/>
                </a:lnTo>
                <a:lnTo>
                  <a:pt x="33303" y="85807"/>
                </a:lnTo>
                <a:lnTo>
                  <a:pt x="79393" y="66606"/>
                </a:lnTo>
                <a:lnTo>
                  <a:pt x="82066" y="65496"/>
                </a:lnTo>
                <a:lnTo>
                  <a:pt x="31535" y="65496"/>
                </a:lnTo>
                <a:lnTo>
                  <a:pt x="29151" y="46049"/>
                </a:lnTo>
                <a:lnTo>
                  <a:pt x="128731" y="4604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788050" y="3753976"/>
            <a:ext cx="12718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CSS3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8050" y="3999566"/>
            <a:ext cx="1254285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 and animations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40726" y="4501287"/>
            <a:ext cx="5603057" cy="778885"/>
          </a:xfrm>
          <a:custGeom>
            <a:avLst/>
            <a:gdLst/>
            <a:ahLst/>
            <a:cxnLst/>
            <a:rect l="l" t="t" r="r" b="b"/>
            <a:pathLst>
              <a:path w="5603057" h="778885">
                <a:moveTo>
                  <a:pt x="70170" y="0"/>
                </a:moveTo>
                <a:lnTo>
                  <a:pt x="5532888" y="0"/>
                </a:lnTo>
                <a:cubicBezTo>
                  <a:pt x="5571641" y="0"/>
                  <a:pt x="5603057" y="31416"/>
                  <a:pt x="5603057" y="70170"/>
                </a:cubicBezTo>
                <a:lnTo>
                  <a:pt x="5603057" y="708715"/>
                </a:lnTo>
                <a:cubicBezTo>
                  <a:pt x="5603057" y="747469"/>
                  <a:pt x="5571641" y="778885"/>
                  <a:pt x="5532888" y="778885"/>
                </a:cubicBezTo>
                <a:lnTo>
                  <a:pt x="70170" y="778885"/>
                </a:lnTo>
                <a:cubicBezTo>
                  <a:pt x="31442" y="778885"/>
                  <a:pt x="0" y="747443"/>
                  <a:pt x="0" y="708715"/>
                </a:cubicBezTo>
                <a:lnTo>
                  <a:pt x="0" y="70170"/>
                </a:lnTo>
                <a:cubicBezTo>
                  <a:pt x="0" y="31416"/>
                  <a:pt x="31416" y="0"/>
                  <a:pt x="7017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4573" y="4750388"/>
            <a:ext cx="263137" cy="210509"/>
          </a:xfrm>
          <a:custGeom>
            <a:avLst/>
            <a:gdLst/>
            <a:ahLst/>
            <a:cxnLst/>
            <a:rect l="l" t="t" r="r" b="b"/>
            <a:pathLst>
              <a:path w="263137" h="210509">
                <a:moveTo>
                  <a:pt x="130047" y="185840"/>
                </a:moveTo>
                <a:cubicBezTo>
                  <a:pt x="129184" y="185840"/>
                  <a:pt x="128320" y="185594"/>
                  <a:pt x="127539" y="185182"/>
                </a:cubicBezTo>
                <a:lnTo>
                  <a:pt x="119645" y="180495"/>
                </a:lnTo>
                <a:cubicBezTo>
                  <a:pt x="118453" y="179837"/>
                  <a:pt x="119028" y="179591"/>
                  <a:pt x="119439" y="179467"/>
                </a:cubicBezTo>
                <a:cubicBezTo>
                  <a:pt x="121002" y="178933"/>
                  <a:pt x="121331" y="178810"/>
                  <a:pt x="123016" y="177823"/>
                </a:cubicBezTo>
                <a:cubicBezTo>
                  <a:pt x="123181" y="177741"/>
                  <a:pt x="123428" y="177782"/>
                  <a:pt x="123592" y="177864"/>
                </a:cubicBezTo>
                <a:lnTo>
                  <a:pt x="129677" y="181482"/>
                </a:lnTo>
                <a:cubicBezTo>
                  <a:pt x="129883" y="181605"/>
                  <a:pt x="130212" y="181605"/>
                  <a:pt x="130417" y="181482"/>
                </a:cubicBezTo>
                <a:lnTo>
                  <a:pt x="154182" y="167750"/>
                </a:lnTo>
                <a:cubicBezTo>
                  <a:pt x="154387" y="167626"/>
                  <a:pt x="154552" y="167380"/>
                  <a:pt x="154552" y="167092"/>
                </a:cubicBezTo>
                <a:lnTo>
                  <a:pt x="154552" y="139668"/>
                </a:lnTo>
                <a:cubicBezTo>
                  <a:pt x="154552" y="139380"/>
                  <a:pt x="154428" y="139134"/>
                  <a:pt x="154182" y="139010"/>
                </a:cubicBezTo>
                <a:lnTo>
                  <a:pt x="130417" y="125319"/>
                </a:lnTo>
                <a:cubicBezTo>
                  <a:pt x="130212" y="125196"/>
                  <a:pt x="129924" y="125196"/>
                  <a:pt x="129677" y="125319"/>
                </a:cubicBezTo>
                <a:lnTo>
                  <a:pt x="105913" y="139010"/>
                </a:lnTo>
                <a:cubicBezTo>
                  <a:pt x="105666" y="139134"/>
                  <a:pt x="105542" y="139421"/>
                  <a:pt x="105542" y="139668"/>
                </a:cubicBezTo>
                <a:lnTo>
                  <a:pt x="105542" y="167092"/>
                </a:lnTo>
                <a:cubicBezTo>
                  <a:pt x="105542" y="167338"/>
                  <a:pt x="105707" y="167585"/>
                  <a:pt x="105913" y="167709"/>
                </a:cubicBezTo>
                <a:lnTo>
                  <a:pt x="112409" y="171450"/>
                </a:lnTo>
                <a:cubicBezTo>
                  <a:pt x="115945" y="173218"/>
                  <a:pt x="118124" y="171121"/>
                  <a:pt x="118124" y="169065"/>
                </a:cubicBezTo>
                <a:lnTo>
                  <a:pt x="118124" y="141970"/>
                </a:lnTo>
                <a:cubicBezTo>
                  <a:pt x="118124" y="141600"/>
                  <a:pt x="118412" y="141272"/>
                  <a:pt x="118823" y="141272"/>
                </a:cubicBezTo>
                <a:lnTo>
                  <a:pt x="121824" y="141272"/>
                </a:lnTo>
                <a:cubicBezTo>
                  <a:pt x="122194" y="141272"/>
                  <a:pt x="122523" y="141559"/>
                  <a:pt x="122523" y="141970"/>
                </a:cubicBezTo>
                <a:lnTo>
                  <a:pt x="122523" y="169065"/>
                </a:lnTo>
                <a:cubicBezTo>
                  <a:pt x="122523" y="173794"/>
                  <a:pt x="119974" y="176466"/>
                  <a:pt x="115492" y="176466"/>
                </a:cubicBezTo>
                <a:cubicBezTo>
                  <a:pt x="114136" y="176466"/>
                  <a:pt x="113025" y="176466"/>
                  <a:pt x="110024" y="174986"/>
                </a:cubicBezTo>
                <a:lnTo>
                  <a:pt x="103775" y="171409"/>
                </a:lnTo>
                <a:cubicBezTo>
                  <a:pt x="102253" y="170504"/>
                  <a:pt x="101267" y="168860"/>
                  <a:pt x="101267" y="167092"/>
                </a:cubicBezTo>
                <a:lnTo>
                  <a:pt x="101267" y="139668"/>
                </a:lnTo>
                <a:cubicBezTo>
                  <a:pt x="101267" y="137900"/>
                  <a:pt x="102212" y="136214"/>
                  <a:pt x="103775" y="135351"/>
                </a:cubicBezTo>
                <a:lnTo>
                  <a:pt x="127539" y="121618"/>
                </a:lnTo>
                <a:cubicBezTo>
                  <a:pt x="129060" y="120755"/>
                  <a:pt x="131034" y="120755"/>
                  <a:pt x="132514" y="121618"/>
                </a:cubicBezTo>
                <a:lnTo>
                  <a:pt x="156279" y="135351"/>
                </a:lnTo>
                <a:cubicBezTo>
                  <a:pt x="157800" y="136255"/>
                  <a:pt x="158787" y="137900"/>
                  <a:pt x="158787" y="139668"/>
                </a:cubicBezTo>
                <a:lnTo>
                  <a:pt x="158787" y="167092"/>
                </a:lnTo>
                <a:cubicBezTo>
                  <a:pt x="158787" y="168860"/>
                  <a:pt x="157841" y="170545"/>
                  <a:pt x="156279" y="171409"/>
                </a:cubicBezTo>
                <a:lnTo>
                  <a:pt x="132514" y="185141"/>
                </a:lnTo>
                <a:cubicBezTo>
                  <a:pt x="131815" y="185594"/>
                  <a:pt x="130952" y="185840"/>
                  <a:pt x="130047" y="185840"/>
                </a:cubicBezTo>
                <a:close/>
                <a:moveTo>
                  <a:pt x="149248" y="158787"/>
                </a:moveTo>
                <a:cubicBezTo>
                  <a:pt x="149248" y="153647"/>
                  <a:pt x="145794" y="152290"/>
                  <a:pt x="138476" y="151304"/>
                </a:cubicBezTo>
                <a:cubicBezTo>
                  <a:pt x="131075" y="150317"/>
                  <a:pt x="130335" y="149823"/>
                  <a:pt x="130335" y="148097"/>
                </a:cubicBezTo>
                <a:cubicBezTo>
                  <a:pt x="130335" y="146658"/>
                  <a:pt x="130952" y="144766"/>
                  <a:pt x="136420" y="144766"/>
                </a:cubicBezTo>
                <a:cubicBezTo>
                  <a:pt x="141313" y="144766"/>
                  <a:pt x="143122" y="145835"/>
                  <a:pt x="143862" y="149124"/>
                </a:cubicBezTo>
                <a:cubicBezTo>
                  <a:pt x="143944" y="149453"/>
                  <a:pt x="144191" y="149659"/>
                  <a:pt x="144520" y="149659"/>
                </a:cubicBezTo>
                <a:lnTo>
                  <a:pt x="147603" y="149659"/>
                </a:lnTo>
                <a:cubicBezTo>
                  <a:pt x="147809" y="149659"/>
                  <a:pt x="147973" y="149577"/>
                  <a:pt x="148097" y="149453"/>
                </a:cubicBezTo>
                <a:cubicBezTo>
                  <a:pt x="148220" y="149289"/>
                  <a:pt x="148302" y="149124"/>
                  <a:pt x="148261" y="148919"/>
                </a:cubicBezTo>
                <a:cubicBezTo>
                  <a:pt x="147768" y="143245"/>
                  <a:pt x="144026" y="140614"/>
                  <a:pt x="136420" y="140614"/>
                </a:cubicBezTo>
                <a:cubicBezTo>
                  <a:pt x="129636" y="140614"/>
                  <a:pt x="125607" y="143492"/>
                  <a:pt x="125607" y="148261"/>
                </a:cubicBezTo>
                <a:cubicBezTo>
                  <a:pt x="125607" y="153483"/>
                  <a:pt x="129636" y="154881"/>
                  <a:pt x="136132" y="155538"/>
                </a:cubicBezTo>
                <a:cubicBezTo>
                  <a:pt x="143903" y="156320"/>
                  <a:pt x="144520" y="157430"/>
                  <a:pt x="144520" y="158951"/>
                </a:cubicBezTo>
                <a:cubicBezTo>
                  <a:pt x="144520" y="161623"/>
                  <a:pt x="142382" y="162734"/>
                  <a:pt x="137366" y="162734"/>
                </a:cubicBezTo>
                <a:cubicBezTo>
                  <a:pt x="131075" y="162734"/>
                  <a:pt x="129677" y="161171"/>
                  <a:pt x="129225" y="158046"/>
                </a:cubicBezTo>
                <a:cubicBezTo>
                  <a:pt x="129184" y="157718"/>
                  <a:pt x="128896" y="157471"/>
                  <a:pt x="128526" y="157471"/>
                </a:cubicBezTo>
                <a:lnTo>
                  <a:pt x="125442" y="157471"/>
                </a:lnTo>
                <a:cubicBezTo>
                  <a:pt x="125072" y="157471"/>
                  <a:pt x="124743" y="157759"/>
                  <a:pt x="124743" y="158170"/>
                </a:cubicBezTo>
                <a:cubicBezTo>
                  <a:pt x="124743" y="162158"/>
                  <a:pt x="126922" y="166927"/>
                  <a:pt x="137324" y="166927"/>
                </a:cubicBezTo>
                <a:cubicBezTo>
                  <a:pt x="144931" y="166927"/>
                  <a:pt x="149248" y="163967"/>
                  <a:pt x="149248" y="158787"/>
                </a:cubicBezTo>
                <a:close/>
                <a:moveTo>
                  <a:pt x="171656" y="138188"/>
                </a:moveTo>
                <a:cubicBezTo>
                  <a:pt x="171656" y="140696"/>
                  <a:pt x="169600" y="142752"/>
                  <a:pt x="167092" y="142752"/>
                </a:cubicBezTo>
                <a:cubicBezTo>
                  <a:pt x="164584" y="142752"/>
                  <a:pt x="162528" y="140696"/>
                  <a:pt x="162528" y="138188"/>
                </a:cubicBezTo>
                <a:cubicBezTo>
                  <a:pt x="162528" y="135598"/>
                  <a:pt x="164666" y="133624"/>
                  <a:pt x="167092" y="133624"/>
                </a:cubicBezTo>
                <a:cubicBezTo>
                  <a:pt x="169559" y="133583"/>
                  <a:pt x="171656" y="135598"/>
                  <a:pt x="171656" y="138188"/>
                </a:cubicBezTo>
                <a:close/>
                <a:moveTo>
                  <a:pt x="170916" y="138188"/>
                </a:moveTo>
                <a:cubicBezTo>
                  <a:pt x="170916" y="136050"/>
                  <a:pt x="169189" y="134364"/>
                  <a:pt x="167051" y="134364"/>
                </a:cubicBezTo>
                <a:cubicBezTo>
                  <a:pt x="164954" y="134364"/>
                  <a:pt x="163227" y="136050"/>
                  <a:pt x="163227" y="138188"/>
                </a:cubicBezTo>
                <a:cubicBezTo>
                  <a:pt x="163227" y="140326"/>
                  <a:pt x="164954" y="142053"/>
                  <a:pt x="167051" y="142053"/>
                </a:cubicBezTo>
                <a:cubicBezTo>
                  <a:pt x="169189" y="142012"/>
                  <a:pt x="170916" y="140285"/>
                  <a:pt x="170916" y="138188"/>
                </a:cubicBezTo>
                <a:close/>
                <a:moveTo>
                  <a:pt x="169065" y="140737"/>
                </a:moveTo>
                <a:lnTo>
                  <a:pt x="167996" y="140737"/>
                </a:lnTo>
                <a:cubicBezTo>
                  <a:pt x="167955" y="140490"/>
                  <a:pt x="167791" y="139175"/>
                  <a:pt x="167791" y="139134"/>
                </a:cubicBezTo>
                <a:cubicBezTo>
                  <a:pt x="167709" y="138846"/>
                  <a:pt x="167626" y="138681"/>
                  <a:pt x="167256" y="138681"/>
                </a:cubicBezTo>
                <a:lnTo>
                  <a:pt x="166352" y="138681"/>
                </a:lnTo>
                <a:lnTo>
                  <a:pt x="166352" y="140737"/>
                </a:lnTo>
                <a:lnTo>
                  <a:pt x="165365" y="140737"/>
                </a:lnTo>
                <a:lnTo>
                  <a:pt x="165365" y="135598"/>
                </a:lnTo>
                <a:lnTo>
                  <a:pt x="167133" y="135598"/>
                </a:lnTo>
                <a:cubicBezTo>
                  <a:pt x="167750" y="135598"/>
                  <a:pt x="168942" y="135598"/>
                  <a:pt x="168942" y="136954"/>
                </a:cubicBezTo>
                <a:cubicBezTo>
                  <a:pt x="168942" y="137900"/>
                  <a:pt x="168325" y="138106"/>
                  <a:pt x="167955" y="138229"/>
                </a:cubicBezTo>
                <a:cubicBezTo>
                  <a:pt x="168654" y="138270"/>
                  <a:pt x="168695" y="138722"/>
                  <a:pt x="168819" y="139380"/>
                </a:cubicBezTo>
                <a:cubicBezTo>
                  <a:pt x="168860" y="139791"/>
                  <a:pt x="168942" y="140490"/>
                  <a:pt x="169065" y="140737"/>
                </a:cubicBezTo>
                <a:close/>
                <a:moveTo>
                  <a:pt x="167914" y="137119"/>
                </a:moveTo>
                <a:cubicBezTo>
                  <a:pt x="167914" y="136420"/>
                  <a:pt x="167421" y="136420"/>
                  <a:pt x="167174" y="136420"/>
                </a:cubicBezTo>
                <a:lnTo>
                  <a:pt x="166352" y="136420"/>
                </a:lnTo>
                <a:lnTo>
                  <a:pt x="166352" y="137859"/>
                </a:lnTo>
                <a:lnTo>
                  <a:pt x="167133" y="137859"/>
                </a:lnTo>
                <a:cubicBezTo>
                  <a:pt x="167791" y="137859"/>
                  <a:pt x="167914" y="137407"/>
                  <a:pt x="167914" y="137119"/>
                </a:cubicBezTo>
                <a:close/>
                <a:moveTo>
                  <a:pt x="56451" y="78530"/>
                </a:moveTo>
                <a:cubicBezTo>
                  <a:pt x="56451" y="77420"/>
                  <a:pt x="55875" y="76433"/>
                  <a:pt x="54930" y="75898"/>
                </a:cubicBezTo>
                <a:lnTo>
                  <a:pt x="29726" y="61385"/>
                </a:lnTo>
                <a:cubicBezTo>
                  <a:pt x="29315" y="61138"/>
                  <a:pt x="28822" y="61015"/>
                  <a:pt x="28328" y="60974"/>
                </a:cubicBezTo>
                <a:lnTo>
                  <a:pt x="28082" y="60974"/>
                </a:lnTo>
                <a:cubicBezTo>
                  <a:pt x="27588" y="60974"/>
                  <a:pt x="27136" y="61138"/>
                  <a:pt x="26684" y="61385"/>
                </a:cubicBezTo>
                <a:lnTo>
                  <a:pt x="1521" y="75898"/>
                </a:lnTo>
                <a:cubicBezTo>
                  <a:pt x="576" y="76433"/>
                  <a:pt x="0" y="77461"/>
                  <a:pt x="0" y="78530"/>
                </a:cubicBezTo>
                <a:lnTo>
                  <a:pt x="41" y="117589"/>
                </a:lnTo>
                <a:cubicBezTo>
                  <a:pt x="41" y="118124"/>
                  <a:pt x="329" y="118617"/>
                  <a:pt x="781" y="118905"/>
                </a:cubicBezTo>
                <a:cubicBezTo>
                  <a:pt x="1233" y="119193"/>
                  <a:pt x="1809" y="119193"/>
                  <a:pt x="2302" y="118905"/>
                </a:cubicBezTo>
                <a:lnTo>
                  <a:pt x="17268" y="110312"/>
                </a:lnTo>
                <a:cubicBezTo>
                  <a:pt x="18214" y="109736"/>
                  <a:pt x="18790" y="108749"/>
                  <a:pt x="18790" y="107680"/>
                </a:cubicBezTo>
                <a:lnTo>
                  <a:pt x="18790" y="89425"/>
                </a:lnTo>
                <a:cubicBezTo>
                  <a:pt x="18790" y="88356"/>
                  <a:pt x="19365" y="87328"/>
                  <a:pt x="20311" y="86794"/>
                </a:cubicBezTo>
                <a:lnTo>
                  <a:pt x="26684" y="83135"/>
                </a:lnTo>
                <a:cubicBezTo>
                  <a:pt x="27177" y="82847"/>
                  <a:pt x="27670" y="82724"/>
                  <a:pt x="28205" y="82724"/>
                </a:cubicBezTo>
                <a:cubicBezTo>
                  <a:pt x="28739" y="82724"/>
                  <a:pt x="29274" y="82847"/>
                  <a:pt x="29726" y="83135"/>
                </a:cubicBezTo>
                <a:lnTo>
                  <a:pt x="36099" y="86794"/>
                </a:lnTo>
                <a:cubicBezTo>
                  <a:pt x="37045" y="87328"/>
                  <a:pt x="37620" y="88356"/>
                  <a:pt x="37620" y="89425"/>
                </a:cubicBezTo>
                <a:lnTo>
                  <a:pt x="37620" y="107680"/>
                </a:lnTo>
                <a:cubicBezTo>
                  <a:pt x="37620" y="108749"/>
                  <a:pt x="38196" y="109777"/>
                  <a:pt x="39142" y="110312"/>
                </a:cubicBezTo>
                <a:lnTo>
                  <a:pt x="54107" y="118905"/>
                </a:lnTo>
                <a:cubicBezTo>
                  <a:pt x="54560" y="119193"/>
                  <a:pt x="55176" y="119193"/>
                  <a:pt x="55629" y="118905"/>
                </a:cubicBezTo>
                <a:cubicBezTo>
                  <a:pt x="56081" y="118658"/>
                  <a:pt x="56369" y="118124"/>
                  <a:pt x="56369" y="117589"/>
                </a:cubicBezTo>
                <a:lnTo>
                  <a:pt x="56451" y="78530"/>
                </a:lnTo>
                <a:close/>
                <a:moveTo>
                  <a:pt x="194269" y="35893"/>
                </a:moveTo>
                <a:lnTo>
                  <a:pt x="194269" y="108421"/>
                </a:lnTo>
                <a:cubicBezTo>
                  <a:pt x="194269" y="109490"/>
                  <a:pt x="193693" y="110517"/>
                  <a:pt x="192748" y="111052"/>
                </a:cubicBezTo>
                <a:lnTo>
                  <a:pt x="167544" y="125607"/>
                </a:lnTo>
                <a:cubicBezTo>
                  <a:pt x="166598" y="126141"/>
                  <a:pt x="165447" y="126141"/>
                  <a:pt x="164502" y="125607"/>
                </a:cubicBezTo>
                <a:lnTo>
                  <a:pt x="139298" y="111052"/>
                </a:lnTo>
                <a:cubicBezTo>
                  <a:pt x="138352" y="110517"/>
                  <a:pt x="137777" y="109490"/>
                  <a:pt x="137777" y="108421"/>
                </a:cubicBezTo>
                <a:lnTo>
                  <a:pt x="137777" y="79311"/>
                </a:lnTo>
                <a:cubicBezTo>
                  <a:pt x="137777" y="78242"/>
                  <a:pt x="138352" y="77214"/>
                  <a:pt x="139298" y="76680"/>
                </a:cubicBezTo>
                <a:lnTo>
                  <a:pt x="164502" y="62125"/>
                </a:lnTo>
                <a:cubicBezTo>
                  <a:pt x="165447" y="61590"/>
                  <a:pt x="166598" y="61590"/>
                  <a:pt x="167544" y="62125"/>
                </a:cubicBezTo>
                <a:lnTo>
                  <a:pt x="173835" y="65743"/>
                </a:lnTo>
                <a:cubicBezTo>
                  <a:pt x="174534" y="66154"/>
                  <a:pt x="175438" y="65620"/>
                  <a:pt x="175438" y="64839"/>
                </a:cubicBezTo>
                <a:lnTo>
                  <a:pt x="175438" y="26190"/>
                </a:lnTo>
                <a:cubicBezTo>
                  <a:pt x="175438" y="25039"/>
                  <a:pt x="176672" y="24299"/>
                  <a:pt x="177699" y="24875"/>
                </a:cubicBezTo>
                <a:lnTo>
                  <a:pt x="192707" y="33262"/>
                </a:lnTo>
                <a:cubicBezTo>
                  <a:pt x="193652" y="33756"/>
                  <a:pt x="194269" y="34783"/>
                  <a:pt x="194269" y="35893"/>
                </a:cubicBezTo>
                <a:close/>
                <a:moveTo>
                  <a:pt x="175356" y="88891"/>
                </a:moveTo>
                <a:cubicBezTo>
                  <a:pt x="175356" y="88603"/>
                  <a:pt x="175191" y="88356"/>
                  <a:pt x="174986" y="88233"/>
                </a:cubicBezTo>
                <a:lnTo>
                  <a:pt x="166352" y="83217"/>
                </a:lnTo>
                <a:cubicBezTo>
                  <a:pt x="166105" y="83094"/>
                  <a:pt x="165817" y="83094"/>
                  <a:pt x="165571" y="83217"/>
                </a:cubicBezTo>
                <a:lnTo>
                  <a:pt x="156936" y="88233"/>
                </a:lnTo>
                <a:cubicBezTo>
                  <a:pt x="156690" y="88356"/>
                  <a:pt x="156566" y="88603"/>
                  <a:pt x="156566" y="88891"/>
                </a:cubicBezTo>
                <a:lnTo>
                  <a:pt x="156566" y="98882"/>
                </a:lnTo>
                <a:cubicBezTo>
                  <a:pt x="156566" y="99170"/>
                  <a:pt x="156731" y="99416"/>
                  <a:pt x="156936" y="99540"/>
                </a:cubicBezTo>
                <a:lnTo>
                  <a:pt x="165571" y="104515"/>
                </a:lnTo>
                <a:cubicBezTo>
                  <a:pt x="165817" y="104638"/>
                  <a:pt x="166105" y="104638"/>
                  <a:pt x="166311" y="104515"/>
                </a:cubicBezTo>
                <a:lnTo>
                  <a:pt x="174945" y="99540"/>
                </a:lnTo>
                <a:cubicBezTo>
                  <a:pt x="175191" y="99416"/>
                  <a:pt x="175315" y="99170"/>
                  <a:pt x="175315" y="98882"/>
                </a:cubicBezTo>
                <a:lnTo>
                  <a:pt x="175315" y="88891"/>
                </a:lnTo>
                <a:lnTo>
                  <a:pt x="175356" y="88891"/>
                </a:lnTo>
                <a:close/>
                <a:moveTo>
                  <a:pt x="261615" y="88603"/>
                </a:moveTo>
                <a:cubicBezTo>
                  <a:pt x="262561" y="88069"/>
                  <a:pt x="263137" y="87041"/>
                  <a:pt x="263137" y="85972"/>
                </a:cubicBezTo>
                <a:lnTo>
                  <a:pt x="263137" y="78941"/>
                </a:lnTo>
                <a:cubicBezTo>
                  <a:pt x="263137" y="77872"/>
                  <a:pt x="262561" y="76844"/>
                  <a:pt x="261615" y="76310"/>
                </a:cubicBezTo>
                <a:lnTo>
                  <a:pt x="236576" y="61755"/>
                </a:lnTo>
                <a:cubicBezTo>
                  <a:pt x="235631" y="61220"/>
                  <a:pt x="234479" y="61220"/>
                  <a:pt x="233534" y="61755"/>
                </a:cubicBezTo>
                <a:lnTo>
                  <a:pt x="208330" y="76310"/>
                </a:lnTo>
                <a:cubicBezTo>
                  <a:pt x="207385" y="76844"/>
                  <a:pt x="206809" y="77872"/>
                  <a:pt x="206809" y="78941"/>
                </a:cubicBezTo>
                <a:lnTo>
                  <a:pt x="206809" y="108051"/>
                </a:lnTo>
                <a:cubicBezTo>
                  <a:pt x="206809" y="109161"/>
                  <a:pt x="207385" y="110147"/>
                  <a:pt x="208330" y="110682"/>
                </a:cubicBezTo>
                <a:lnTo>
                  <a:pt x="233369" y="124949"/>
                </a:lnTo>
                <a:cubicBezTo>
                  <a:pt x="234274" y="125483"/>
                  <a:pt x="235425" y="125483"/>
                  <a:pt x="236371" y="124949"/>
                </a:cubicBezTo>
                <a:lnTo>
                  <a:pt x="251501" y="116520"/>
                </a:lnTo>
                <a:cubicBezTo>
                  <a:pt x="252529" y="115945"/>
                  <a:pt x="252529" y="114464"/>
                  <a:pt x="251501" y="113889"/>
                </a:cubicBezTo>
                <a:lnTo>
                  <a:pt x="226133" y="99334"/>
                </a:lnTo>
                <a:cubicBezTo>
                  <a:pt x="225640" y="99046"/>
                  <a:pt x="225352" y="98553"/>
                  <a:pt x="225352" y="98018"/>
                </a:cubicBezTo>
                <a:lnTo>
                  <a:pt x="225352" y="88891"/>
                </a:lnTo>
                <a:cubicBezTo>
                  <a:pt x="225352" y="88356"/>
                  <a:pt x="225640" y="87863"/>
                  <a:pt x="226133" y="87575"/>
                </a:cubicBezTo>
                <a:lnTo>
                  <a:pt x="234027" y="83011"/>
                </a:lnTo>
                <a:cubicBezTo>
                  <a:pt x="234479" y="82724"/>
                  <a:pt x="235096" y="82724"/>
                  <a:pt x="235548" y="83011"/>
                </a:cubicBezTo>
                <a:lnTo>
                  <a:pt x="243443" y="87575"/>
                </a:lnTo>
                <a:cubicBezTo>
                  <a:pt x="243895" y="87863"/>
                  <a:pt x="244224" y="88356"/>
                  <a:pt x="244224" y="88891"/>
                </a:cubicBezTo>
                <a:lnTo>
                  <a:pt x="244224" y="96045"/>
                </a:lnTo>
                <a:cubicBezTo>
                  <a:pt x="244224" y="97196"/>
                  <a:pt x="245498" y="97936"/>
                  <a:pt x="246526" y="97361"/>
                </a:cubicBezTo>
                <a:lnTo>
                  <a:pt x="261615" y="88603"/>
                </a:lnTo>
                <a:close/>
                <a:moveTo>
                  <a:pt x="229833" y="90042"/>
                </a:moveTo>
                <a:cubicBezTo>
                  <a:pt x="229669" y="90165"/>
                  <a:pt x="229546" y="90330"/>
                  <a:pt x="229546" y="90535"/>
                </a:cubicBezTo>
                <a:lnTo>
                  <a:pt x="229546" y="96127"/>
                </a:lnTo>
                <a:cubicBezTo>
                  <a:pt x="229546" y="96333"/>
                  <a:pt x="229669" y="96538"/>
                  <a:pt x="229833" y="96621"/>
                </a:cubicBezTo>
                <a:lnTo>
                  <a:pt x="234685" y="99416"/>
                </a:lnTo>
                <a:cubicBezTo>
                  <a:pt x="234849" y="99540"/>
                  <a:pt x="235096" y="99540"/>
                  <a:pt x="235261" y="99416"/>
                </a:cubicBezTo>
                <a:lnTo>
                  <a:pt x="240112" y="96621"/>
                </a:lnTo>
                <a:cubicBezTo>
                  <a:pt x="240277" y="96497"/>
                  <a:pt x="240400" y="96333"/>
                  <a:pt x="240400" y="96127"/>
                </a:cubicBezTo>
                <a:lnTo>
                  <a:pt x="240400" y="90535"/>
                </a:lnTo>
                <a:cubicBezTo>
                  <a:pt x="240400" y="90330"/>
                  <a:pt x="240277" y="90124"/>
                  <a:pt x="240112" y="90042"/>
                </a:cubicBezTo>
                <a:lnTo>
                  <a:pt x="235261" y="87246"/>
                </a:lnTo>
                <a:cubicBezTo>
                  <a:pt x="235096" y="87123"/>
                  <a:pt x="234849" y="87123"/>
                  <a:pt x="234685" y="87246"/>
                </a:cubicBezTo>
                <a:lnTo>
                  <a:pt x="229833" y="90042"/>
                </a:lnTo>
                <a:close/>
                <a:moveTo>
                  <a:pt x="125319" y="107927"/>
                </a:moveTo>
                <a:lnTo>
                  <a:pt x="125319" y="78982"/>
                </a:lnTo>
                <a:cubicBezTo>
                  <a:pt x="125319" y="77913"/>
                  <a:pt x="124661" y="76885"/>
                  <a:pt x="123715" y="76351"/>
                </a:cubicBezTo>
                <a:lnTo>
                  <a:pt x="98594" y="61878"/>
                </a:lnTo>
                <a:cubicBezTo>
                  <a:pt x="97731" y="61385"/>
                  <a:pt x="96538" y="61303"/>
                  <a:pt x="95552" y="61878"/>
                </a:cubicBezTo>
                <a:lnTo>
                  <a:pt x="70430" y="76351"/>
                </a:lnTo>
                <a:cubicBezTo>
                  <a:pt x="69485" y="76885"/>
                  <a:pt x="68827" y="77872"/>
                  <a:pt x="68827" y="78982"/>
                </a:cubicBezTo>
                <a:lnTo>
                  <a:pt x="68827" y="107927"/>
                </a:lnTo>
                <a:cubicBezTo>
                  <a:pt x="68827" y="109078"/>
                  <a:pt x="69608" y="110065"/>
                  <a:pt x="70471" y="110559"/>
                </a:cubicBezTo>
                <a:lnTo>
                  <a:pt x="95634" y="125031"/>
                </a:lnTo>
                <a:cubicBezTo>
                  <a:pt x="96621" y="125607"/>
                  <a:pt x="97772" y="125566"/>
                  <a:pt x="98676" y="125031"/>
                </a:cubicBezTo>
                <a:lnTo>
                  <a:pt x="123756" y="110559"/>
                </a:lnTo>
                <a:cubicBezTo>
                  <a:pt x="124497" y="110147"/>
                  <a:pt x="125031" y="109448"/>
                  <a:pt x="125237" y="108626"/>
                </a:cubicBezTo>
                <a:cubicBezTo>
                  <a:pt x="125278" y="108421"/>
                  <a:pt x="125319" y="108174"/>
                  <a:pt x="125319" y="107927"/>
                </a:cubicBezTo>
                <a:close/>
                <a:moveTo>
                  <a:pt x="94770" y="56574"/>
                </a:moveTo>
                <a:lnTo>
                  <a:pt x="94441" y="56780"/>
                </a:lnTo>
                <a:lnTo>
                  <a:pt x="94894" y="56780"/>
                </a:lnTo>
                <a:lnTo>
                  <a:pt x="94770" y="56574"/>
                </a:lnTo>
                <a:close/>
                <a:moveTo>
                  <a:pt x="126100" y="110106"/>
                </a:moveTo>
                <a:lnTo>
                  <a:pt x="125936" y="109818"/>
                </a:lnTo>
                <a:lnTo>
                  <a:pt x="125936" y="110188"/>
                </a:lnTo>
                <a:lnTo>
                  <a:pt x="126100" y="110106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788050" y="4645133"/>
            <a:ext cx="15174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88050" y="4890728"/>
            <a:ext cx="149987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API for AI services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40726" y="5392440"/>
            <a:ext cx="5603057" cy="778885"/>
          </a:xfrm>
          <a:custGeom>
            <a:avLst/>
            <a:gdLst/>
            <a:ahLst/>
            <a:cxnLst/>
            <a:rect l="l" t="t" r="r" b="b"/>
            <a:pathLst>
              <a:path w="5603057" h="778885">
                <a:moveTo>
                  <a:pt x="70170" y="0"/>
                </a:moveTo>
                <a:lnTo>
                  <a:pt x="5532888" y="0"/>
                </a:lnTo>
                <a:cubicBezTo>
                  <a:pt x="5571641" y="0"/>
                  <a:pt x="5603057" y="31416"/>
                  <a:pt x="5603057" y="70170"/>
                </a:cubicBezTo>
                <a:lnTo>
                  <a:pt x="5603057" y="708715"/>
                </a:lnTo>
                <a:cubicBezTo>
                  <a:pt x="5603057" y="747469"/>
                  <a:pt x="5571641" y="778885"/>
                  <a:pt x="5532888" y="778885"/>
                </a:cubicBezTo>
                <a:lnTo>
                  <a:pt x="70170" y="778885"/>
                </a:lnTo>
                <a:cubicBezTo>
                  <a:pt x="31442" y="778885"/>
                  <a:pt x="0" y="747443"/>
                  <a:pt x="0" y="708715"/>
                </a:cubicBezTo>
                <a:lnTo>
                  <a:pt x="0" y="70170"/>
                </a:lnTo>
                <a:cubicBezTo>
                  <a:pt x="0" y="31416"/>
                  <a:pt x="31416" y="0"/>
                  <a:pt x="7017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0887" y="564154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71943" y="72856"/>
                </a:moveTo>
                <a:cubicBezTo>
                  <a:pt x="169723" y="72116"/>
                  <a:pt x="167503" y="71417"/>
                  <a:pt x="165283" y="70759"/>
                </a:cubicBezTo>
                <a:cubicBezTo>
                  <a:pt x="165653" y="69238"/>
                  <a:pt x="165982" y="67717"/>
                  <a:pt x="166311" y="66195"/>
                </a:cubicBezTo>
                <a:cubicBezTo>
                  <a:pt x="171368" y="41691"/>
                  <a:pt x="168037" y="21997"/>
                  <a:pt x="156813" y="15500"/>
                </a:cubicBezTo>
                <a:cubicBezTo>
                  <a:pt x="146000" y="9292"/>
                  <a:pt x="128361" y="15747"/>
                  <a:pt x="110517" y="31289"/>
                </a:cubicBezTo>
                <a:cubicBezTo>
                  <a:pt x="108749" y="32810"/>
                  <a:pt x="107023" y="34413"/>
                  <a:pt x="105378" y="36017"/>
                </a:cubicBezTo>
                <a:cubicBezTo>
                  <a:pt x="104268" y="34948"/>
                  <a:pt x="103117" y="33879"/>
                  <a:pt x="101965" y="32851"/>
                </a:cubicBezTo>
                <a:cubicBezTo>
                  <a:pt x="83258" y="16240"/>
                  <a:pt x="64510" y="9251"/>
                  <a:pt x="53285" y="15788"/>
                </a:cubicBezTo>
                <a:cubicBezTo>
                  <a:pt x="42513" y="22038"/>
                  <a:pt x="39306" y="40581"/>
                  <a:pt x="43829" y="63770"/>
                </a:cubicBezTo>
                <a:cubicBezTo>
                  <a:pt x="44281" y="66072"/>
                  <a:pt x="44774" y="68333"/>
                  <a:pt x="45350" y="70636"/>
                </a:cubicBezTo>
                <a:cubicBezTo>
                  <a:pt x="42719" y="71376"/>
                  <a:pt x="40128" y="72198"/>
                  <a:pt x="37703" y="73062"/>
                </a:cubicBezTo>
                <a:cubicBezTo>
                  <a:pt x="15747" y="80668"/>
                  <a:pt x="0" y="92673"/>
                  <a:pt x="0" y="105090"/>
                </a:cubicBezTo>
                <a:cubicBezTo>
                  <a:pt x="0" y="117918"/>
                  <a:pt x="16775" y="130787"/>
                  <a:pt x="39594" y="138599"/>
                </a:cubicBezTo>
                <a:cubicBezTo>
                  <a:pt x="41444" y="139216"/>
                  <a:pt x="43294" y="139832"/>
                  <a:pt x="45186" y="140367"/>
                </a:cubicBezTo>
                <a:cubicBezTo>
                  <a:pt x="44569" y="142834"/>
                  <a:pt x="44034" y="145260"/>
                  <a:pt x="43541" y="147768"/>
                </a:cubicBezTo>
                <a:cubicBezTo>
                  <a:pt x="39224" y="170587"/>
                  <a:pt x="42595" y="188677"/>
                  <a:pt x="53367" y="194886"/>
                </a:cubicBezTo>
                <a:cubicBezTo>
                  <a:pt x="64468" y="201300"/>
                  <a:pt x="83135" y="194721"/>
                  <a:pt x="101308" y="178810"/>
                </a:cubicBezTo>
                <a:cubicBezTo>
                  <a:pt x="102747" y="177535"/>
                  <a:pt x="104186" y="176219"/>
                  <a:pt x="105625" y="174821"/>
                </a:cubicBezTo>
                <a:cubicBezTo>
                  <a:pt x="107434" y="176589"/>
                  <a:pt x="109325" y="178275"/>
                  <a:pt x="111216" y="179920"/>
                </a:cubicBezTo>
                <a:cubicBezTo>
                  <a:pt x="128814" y="195050"/>
                  <a:pt x="146205" y="201176"/>
                  <a:pt x="156936" y="194968"/>
                </a:cubicBezTo>
                <a:cubicBezTo>
                  <a:pt x="168037" y="188554"/>
                  <a:pt x="171656" y="169106"/>
                  <a:pt x="166968" y="145424"/>
                </a:cubicBezTo>
                <a:cubicBezTo>
                  <a:pt x="166598" y="143615"/>
                  <a:pt x="166187" y="141765"/>
                  <a:pt x="165735" y="139874"/>
                </a:cubicBezTo>
                <a:cubicBezTo>
                  <a:pt x="167051" y="139504"/>
                  <a:pt x="168325" y="139092"/>
                  <a:pt x="169600" y="138681"/>
                </a:cubicBezTo>
                <a:cubicBezTo>
                  <a:pt x="193323" y="130828"/>
                  <a:pt x="210509" y="118124"/>
                  <a:pt x="210509" y="105090"/>
                </a:cubicBezTo>
                <a:cubicBezTo>
                  <a:pt x="210509" y="92632"/>
                  <a:pt x="194310" y="80544"/>
                  <a:pt x="171943" y="72856"/>
                </a:cubicBezTo>
                <a:close/>
                <a:moveTo>
                  <a:pt x="116315" y="37949"/>
                </a:moveTo>
                <a:cubicBezTo>
                  <a:pt x="131609" y="24628"/>
                  <a:pt x="145876" y="19406"/>
                  <a:pt x="152373" y="23148"/>
                </a:cubicBezTo>
                <a:cubicBezTo>
                  <a:pt x="159321" y="27136"/>
                  <a:pt x="161994" y="43253"/>
                  <a:pt x="157635" y="64427"/>
                </a:cubicBezTo>
                <a:cubicBezTo>
                  <a:pt x="157348" y="65825"/>
                  <a:pt x="157060" y="67182"/>
                  <a:pt x="156690" y="68539"/>
                </a:cubicBezTo>
                <a:cubicBezTo>
                  <a:pt x="147562" y="66483"/>
                  <a:pt x="138311" y="65003"/>
                  <a:pt x="129019" y="64181"/>
                </a:cubicBezTo>
                <a:cubicBezTo>
                  <a:pt x="123674" y="56533"/>
                  <a:pt x="117836" y="49215"/>
                  <a:pt x="111504" y="42349"/>
                </a:cubicBezTo>
                <a:cubicBezTo>
                  <a:pt x="113108" y="40827"/>
                  <a:pt x="114670" y="39388"/>
                  <a:pt x="116315" y="37949"/>
                </a:cubicBezTo>
                <a:close/>
                <a:moveTo>
                  <a:pt x="68744" y="126429"/>
                </a:moveTo>
                <a:cubicBezTo>
                  <a:pt x="70841" y="130006"/>
                  <a:pt x="72979" y="133583"/>
                  <a:pt x="75241" y="137078"/>
                </a:cubicBezTo>
                <a:cubicBezTo>
                  <a:pt x="68827" y="136379"/>
                  <a:pt x="62454" y="135351"/>
                  <a:pt x="56163" y="133994"/>
                </a:cubicBezTo>
                <a:cubicBezTo>
                  <a:pt x="57972" y="128074"/>
                  <a:pt x="60234" y="121947"/>
                  <a:pt x="62865" y="115698"/>
                </a:cubicBezTo>
                <a:cubicBezTo>
                  <a:pt x="64756" y="119316"/>
                  <a:pt x="66689" y="122893"/>
                  <a:pt x="68744" y="126429"/>
                </a:cubicBezTo>
                <a:close/>
                <a:moveTo>
                  <a:pt x="56287" y="76967"/>
                </a:moveTo>
                <a:cubicBezTo>
                  <a:pt x="62207" y="75652"/>
                  <a:pt x="68498" y="74583"/>
                  <a:pt x="75035" y="73761"/>
                </a:cubicBezTo>
                <a:cubicBezTo>
                  <a:pt x="72856" y="77173"/>
                  <a:pt x="70718" y="80668"/>
                  <a:pt x="68703" y="84204"/>
                </a:cubicBezTo>
                <a:cubicBezTo>
                  <a:pt x="66689" y="87699"/>
                  <a:pt x="64715" y="91276"/>
                  <a:pt x="62865" y="94894"/>
                </a:cubicBezTo>
                <a:cubicBezTo>
                  <a:pt x="60275" y="88768"/>
                  <a:pt x="58096" y="82765"/>
                  <a:pt x="56287" y="76967"/>
                </a:cubicBezTo>
                <a:close/>
                <a:moveTo>
                  <a:pt x="67552" y="105296"/>
                </a:moveTo>
                <a:cubicBezTo>
                  <a:pt x="70266" y="99622"/>
                  <a:pt x="73226" y="94071"/>
                  <a:pt x="76351" y="88603"/>
                </a:cubicBezTo>
                <a:cubicBezTo>
                  <a:pt x="79476" y="83135"/>
                  <a:pt x="82847" y="77831"/>
                  <a:pt x="86383" y="72609"/>
                </a:cubicBezTo>
                <a:cubicBezTo>
                  <a:pt x="92550" y="72157"/>
                  <a:pt x="98841" y="71910"/>
                  <a:pt x="105255" y="71910"/>
                </a:cubicBezTo>
                <a:cubicBezTo>
                  <a:pt x="111669" y="71910"/>
                  <a:pt x="118000" y="72157"/>
                  <a:pt x="124127" y="72609"/>
                </a:cubicBezTo>
                <a:cubicBezTo>
                  <a:pt x="127621" y="77790"/>
                  <a:pt x="130952" y="83094"/>
                  <a:pt x="134117" y="88521"/>
                </a:cubicBezTo>
                <a:cubicBezTo>
                  <a:pt x="137283" y="93948"/>
                  <a:pt x="140244" y="99499"/>
                  <a:pt x="143039" y="105131"/>
                </a:cubicBezTo>
                <a:cubicBezTo>
                  <a:pt x="140285" y="110805"/>
                  <a:pt x="137324" y="116397"/>
                  <a:pt x="134159" y="121906"/>
                </a:cubicBezTo>
                <a:cubicBezTo>
                  <a:pt x="131034" y="127375"/>
                  <a:pt x="127704" y="132678"/>
                  <a:pt x="124209" y="137941"/>
                </a:cubicBezTo>
                <a:cubicBezTo>
                  <a:pt x="118083" y="138393"/>
                  <a:pt x="111710" y="138599"/>
                  <a:pt x="105255" y="138599"/>
                </a:cubicBezTo>
                <a:cubicBezTo>
                  <a:pt x="98800" y="138599"/>
                  <a:pt x="92550" y="138393"/>
                  <a:pt x="86506" y="138023"/>
                </a:cubicBezTo>
                <a:cubicBezTo>
                  <a:pt x="82929" y="132802"/>
                  <a:pt x="79558" y="127457"/>
                  <a:pt x="76392" y="121989"/>
                </a:cubicBezTo>
                <a:cubicBezTo>
                  <a:pt x="73226" y="116520"/>
                  <a:pt x="70307" y="110970"/>
                  <a:pt x="67552" y="105296"/>
                </a:cubicBezTo>
                <a:close/>
                <a:moveTo>
                  <a:pt x="141806" y="126347"/>
                </a:moveTo>
                <a:cubicBezTo>
                  <a:pt x="143903" y="122729"/>
                  <a:pt x="145876" y="119069"/>
                  <a:pt x="147809" y="115369"/>
                </a:cubicBezTo>
                <a:cubicBezTo>
                  <a:pt x="150440" y="121331"/>
                  <a:pt x="152743" y="127375"/>
                  <a:pt x="154757" y="133583"/>
                </a:cubicBezTo>
                <a:cubicBezTo>
                  <a:pt x="148384" y="135022"/>
                  <a:pt x="141929" y="136132"/>
                  <a:pt x="135433" y="136872"/>
                </a:cubicBezTo>
                <a:cubicBezTo>
                  <a:pt x="137653" y="133419"/>
                  <a:pt x="139750" y="129883"/>
                  <a:pt x="141806" y="126347"/>
                </a:cubicBezTo>
                <a:close/>
                <a:moveTo>
                  <a:pt x="147727" y="94894"/>
                </a:moveTo>
                <a:cubicBezTo>
                  <a:pt x="145794" y="91276"/>
                  <a:pt x="143821" y="87657"/>
                  <a:pt x="141765" y="84122"/>
                </a:cubicBezTo>
                <a:cubicBezTo>
                  <a:pt x="139750" y="80627"/>
                  <a:pt x="137653" y="77173"/>
                  <a:pt x="135474" y="73761"/>
                </a:cubicBezTo>
                <a:cubicBezTo>
                  <a:pt x="142094" y="74583"/>
                  <a:pt x="148426" y="75693"/>
                  <a:pt x="154346" y="77050"/>
                </a:cubicBezTo>
                <a:cubicBezTo>
                  <a:pt x="152455" y="83135"/>
                  <a:pt x="150235" y="89055"/>
                  <a:pt x="147727" y="94894"/>
                </a:cubicBezTo>
                <a:close/>
                <a:moveTo>
                  <a:pt x="105337" y="48639"/>
                </a:moveTo>
                <a:cubicBezTo>
                  <a:pt x="109654" y="53326"/>
                  <a:pt x="113724" y="58260"/>
                  <a:pt x="117507" y="63358"/>
                </a:cubicBezTo>
                <a:cubicBezTo>
                  <a:pt x="109366" y="62988"/>
                  <a:pt x="101184" y="62988"/>
                  <a:pt x="93043" y="63358"/>
                </a:cubicBezTo>
                <a:cubicBezTo>
                  <a:pt x="97073" y="58055"/>
                  <a:pt x="101225" y="53121"/>
                  <a:pt x="105337" y="48639"/>
                </a:cubicBezTo>
                <a:close/>
                <a:moveTo>
                  <a:pt x="57643" y="23436"/>
                </a:moveTo>
                <a:cubicBezTo>
                  <a:pt x="64551" y="19406"/>
                  <a:pt x="79887" y="25162"/>
                  <a:pt x="96045" y="39471"/>
                </a:cubicBezTo>
                <a:cubicBezTo>
                  <a:pt x="97073" y="40375"/>
                  <a:pt x="98101" y="41362"/>
                  <a:pt x="99170" y="42349"/>
                </a:cubicBezTo>
                <a:cubicBezTo>
                  <a:pt x="92797" y="49215"/>
                  <a:pt x="86917" y="56533"/>
                  <a:pt x="81531" y="64181"/>
                </a:cubicBezTo>
                <a:cubicBezTo>
                  <a:pt x="72239" y="65003"/>
                  <a:pt x="63029" y="66442"/>
                  <a:pt x="53902" y="68457"/>
                </a:cubicBezTo>
                <a:cubicBezTo>
                  <a:pt x="53367" y="66360"/>
                  <a:pt x="52915" y="64222"/>
                  <a:pt x="52463" y="62084"/>
                </a:cubicBezTo>
                <a:cubicBezTo>
                  <a:pt x="48598" y="42184"/>
                  <a:pt x="51147" y="27177"/>
                  <a:pt x="57643" y="23436"/>
                </a:cubicBezTo>
                <a:close/>
                <a:moveTo>
                  <a:pt x="47570" y="131815"/>
                </a:moveTo>
                <a:cubicBezTo>
                  <a:pt x="45843" y="131322"/>
                  <a:pt x="44158" y="130787"/>
                  <a:pt x="42472" y="130212"/>
                </a:cubicBezTo>
                <a:cubicBezTo>
                  <a:pt x="33714" y="127457"/>
                  <a:pt x="23765" y="123099"/>
                  <a:pt x="16569" y="117384"/>
                </a:cubicBezTo>
                <a:cubicBezTo>
                  <a:pt x="12417" y="114506"/>
                  <a:pt x="9621" y="110065"/>
                  <a:pt x="8840" y="105090"/>
                </a:cubicBezTo>
                <a:cubicBezTo>
                  <a:pt x="8840" y="97566"/>
                  <a:pt x="21832" y="87945"/>
                  <a:pt x="40581" y="81408"/>
                </a:cubicBezTo>
                <a:cubicBezTo>
                  <a:pt x="42924" y="80586"/>
                  <a:pt x="45309" y="79846"/>
                  <a:pt x="47694" y="79147"/>
                </a:cubicBezTo>
                <a:cubicBezTo>
                  <a:pt x="50489" y="88069"/>
                  <a:pt x="53861" y="96826"/>
                  <a:pt x="57767" y="105296"/>
                </a:cubicBezTo>
                <a:cubicBezTo>
                  <a:pt x="53820" y="113889"/>
                  <a:pt x="50407" y="122770"/>
                  <a:pt x="47570" y="131815"/>
                </a:cubicBezTo>
                <a:close/>
                <a:moveTo>
                  <a:pt x="95510" y="172108"/>
                </a:moveTo>
                <a:cubicBezTo>
                  <a:pt x="88726" y="178316"/>
                  <a:pt x="80873" y="183250"/>
                  <a:pt x="72321" y="186621"/>
                </a:cubicBezTo>
                <a:cubicBezTo>
                  <a:pt x="67758" y="188801"/>
                  <a:pt x="62495" y="189006"/>
                  <a:pt x="57808" y="187156"/>
                </a:cubicBezTo>
                <a:cubicBezTo>
                  <a:pt x="51271" y="183373"/>
                  <a:pt x="48557" y="168860"/>
                  <a:pt x="52257" y="149330"/>
                </a:cubicBezTo>
                <a:cubicBezTo>
                  <a:pt x="52710" y="147028"/>
                  <a:pt x="53203" y="144725"/>
                  <a:pt x="53779" y="142464"/>
                </a:cubicBezTo>
                <a:cubicBezTo>
                  <a:pt x="62988" y="144437"/>
                  <a:pt x="72280" y="145794"/>
                  <a:pt x="81696" y="146493"/>
                </a:cubicBezTo>
                <a:cubicBezTo>
                  <a:pt x="87123" y="154182"/>
                  <a:pt x="93085" y="161541"/>
                  <a:pt x="99457" y="168449"/>
                </a:cubicBezTo>
                <a:cubicBezTo>
                  <a:pt x="98142" y="169723"/>
                  <a:pt x="96826" y="170957"/>
                  <a:pt x="95510" y="172108"/>
                </a:cubicBezTo>
                <a:close/>
                <a:moveTo>
                  <a:pt x="105584" y="162117"/>
                </a:moveTo>
                <a:cubicBezTo>
                  <a:pt x="101390" y="157594"/>
                  <a:pt x="97196" y="152578"/>
                  <a:pt x="93126" y="147192"/>
                </a:cubicBezTo>
                <a:cubicBezTo>
                  <a:pt x="97073" y="147357"/>
                  <a:pt x="101143" y="147439"/>
                  <a:pt x="105255" y="147439"/>
                </a:cubicBezTo>
                <a:cubicBezTo>
                  <a:pt x="109490" y="147439"/>
                  <a:pt x="113642" y="147357"/>
                  <a:pt x="117754" y="147151"/>
                </a:cubicBezTo>
                <a:cubicBezTo>
                  <a:pt x="113971" y="152373"/>
                  <a:pt x="109901" y="157348"/>
                  <a:pt x="105584" y="162117"/>
                </a:cubicBezTo>
                <a:close/>
                <a:moveTo>
                  <a:pt x="159321" y="174451"/>
                </a:moveTo>
                <a:cubicBezTo>
                  <a:pt x="158951" y="179467"/>
                  <a:pt x="156484" y="184155"/>
                  <a:pt x="152537" y="187320"/>
                </a:cubicBezTo>
                <a:cubicBezTo>
                  <a:pt x="146000" y="191103"/>
                  <a:pt x="132062" y="186169"/>
                  <a:pt x="117014" y="173259"/>
                </a:cubicBezTo>
                <a:cubicBezTo>
                  <a:pt x="115287" y="171779"/>
                  <a:pt x="113560" y="170175"/>
                  <a:pt x="111792" y="168531"/>
                </a:cubicBezTo>
                <a:cubicBezTo>
                  <a:pt x="118083" y="161582"/>
                  <a:pt x="123880" y="154223"/>
                  <a:pt x="129143" y="146493"/>
                </a:cubicBezTo>
                <a:cubicBezTo>
                  <a:pt x="138558" y="145712"/>
                  <a:pt x="147932" y="144273"/>
                  <a:pt x="157183" y="142176"/>
                </a:cubicBezTo>
                <a:cubicBezTo>
                  <a:pt x="157594" y="143862"/>
                  <a:pt x="157964" y="145547"/>
                  <a:pt x="158293" y="147192"/>
                </a:cubicBezTo>
                <a:cubicBezTo>
                  <a:pt x="160308" y="156073"/>
                  <a:pt x="160637" y="165324"/>
                  <a:pt x="159321" y="174451"/>
                </a:cubicBezTo>
                <a:close/>
                <a:moveTo>
                  <a:pt x="166804" y="130253"/>
                </a:moveTo>
                <a:cubicBezTo>
                  <a:pt x="165653" y="130623"/>
                  <a:pt x="164502" y="130993"/>
                  <a:pt x="163309" y="131322"/>
                </a:cubicBezTo>
                <a:cubicBezTo>
                  <a:pt x="160431" y="122359"/>
                  <a:pt x="156895" y="113601"/>
                  <a:pt x="152825" y="105090"/>
                </a:cubicBezTo>
                <a:cubicBezTo>
                  <a:pt x="156772" y="96703"/>
                  <a:pt x="160102" y="88069"/>
                  <a:pt x="162898" y="79229"/>
                </a:cubicBezTo>
                <a:cubicBezTo>
                  <a:pt x="165036" y="79846"/>
                  <a:pt x="167092" y="80503"/>
                  <a:pt x="169065" y="81161"/>
                </a:cubicBezTo>
                <a:cubicBezTo>
                  <a:pt x="188225" y="87740"/>
                  <a:pt x="201670" y="97525"/>
                  <a:pt x="201670" y="105008"/>
                </a:cubicBezTo>
                <a:cubicBezTo>
                  <a:pt x="201670" y="113067"/>
                  <a:pt x="187320" y="123469"/>
                  <a:pt x="166804" y="130253"/>
                </a:cubicBezTo>
                <a:close/>
                <a:moveTo>
                  <a:pt x="105255" y="124085"/>
                </a:moveTo>
                <a:cubicBezTo>
                  <a:pt x="115648" y="124085"/>
                  <a:pt x="124085" y="115648"/>
                  <a:pt x="124085" y="105255"/>
                </a:cubicBezTo>
                <a:cubicBezTo>
                  <a:pt x="124085" y="94862"/>
                  <a:pt x="115648" y="86424"/>
                  <a:pt x="105255" y="86424"/>
                </a:cubicBezTo>
                <a:cubicBezTo>
                  <a:pt x="94862" y="86424"/>
                  <a:pt x="86424" y="94862"/>
                  <a:pt x="86424" y="105255"/>
                </a:cubicBezTo>
                <a:cubicBezTo>
                  <a:pt x="86424" y="115648"/>
                  <a:pt x="94862" y="124085"/>
                  <a:pt x="105255" y="1240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788050" y="5536286"/>
            <a:ext cx="115780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88050" y="5781881"/>
            <a:ext cx="114025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interface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40726" y="6283593"/>
            <a:ext cx="1787575" cy="568375"/>
          </a:xfrm>
          <a:custGeom>
            <a:avLst/>
            <a:gdLst/>
            <a:ahLst/>
            <a:cxnLst/>
            <a:rect l="l" t="t" r="r" b="b"/>
            <a:pathLst>
              <a:path w="1787575" h="568375">
                <a:moveTo>
                  <a:pt x="35086" y="0"/>
                </a:moveTo>
                <a:lnTo>
                  <a:pt x="1752489" y="0"/>
                </a:lnTo>
                <a:cubicBezTo>
                  <a:pt x="1771867" y="0"/>
                  <a:pt x="1787575" y="15708"/>
                  <a:pt x="1787575" y="35086"/>
                </a:cubicBezTo>
                <a:lnTo>
                  <a:pt x="1787575" y="533289"/>
                </a:lnTo>
                <a:cubicBezTo>
                  <a:pt x="1787575" y="552667"/>
                  <a:pt x="1771867" y="568375"/>
                  <a:pt x="1752489" y="568375"/>
                </a:cubicBezTo>
                <a:lnTo>
                  <a:pt x="35086" y="568375"/>
                </a:lnTo>
                <a:cubicBezTo>
                  <a:pt x="15721" y="568375"/>
                  <a:pt x="0" y="552654"/>
                  <a:pt x="0" y="533289"/>
                </a:cubicBezTo>
                <a:lnTo>
                  <a:pt x="0" y="35086"/>
                </a:lnTo>
                <a:cubicBezTo>
                  <a:pt x="0" y="15708"/>
                  <a:pt x="15708" y="0"/>
                  <a:pt x="3508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70592" y="6392363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65784" y="0"/>
                </a:moveTo>
                <a:cubicBezTo>
                  <a:pt x="47625" y="0"/>
                  <a:pt x="32892" y="14733"/>
                  <a:pt x="32892" y="32892"/>
                </a:cubicBezTo>
                <a:lnTo>
                  <a:pt x="32892" y="76748"/>
                </a:lnTo>
                <a:cubicBezTo>
                  <a:pt x="32892" y="94907"/>
                  <a:pt x="47625" y="109640"/>
                  <a:pt x="65784" y="109640"/>
                </a:cubicBezTo>
                <a:cubicBezTo>
                  <a:pt x="83943" y="109640"/>
                  <a:pt x="98676" y="94907"/>
                  <a:pt x="98676" y="76748"/>
                </a:cubicBezTo>
                <a:lnTo>
                  <a:pt x="98676" y="32892"/>
                </a:lnTo>
                <a:cubicBezTo>
                  <a:pt x="98676" y="14733"/>
                  <a:pt x="83943" y="0"/>
                  <a:pt x="65784" y="0"/>
                </a:cubicBezTo>
                <a:close/>
                <a:moveTo>
                  <a:pt x="16446" y="63043"/>
                </a:moveTo>
                <a:cubicBezTo>
                  <a:pt x="16446" y="58486"/>
                  <a:pt x="12780" y="54820"/>
                  <a:pt x="8223" y="54820"/>
                </a:cubicBezTo>
                <a:cubicBezTo>
                  <a:pt x="3666" y="54820"/>
                  <a:pt x="0" y="58486"/>
                  <a:pt x="0" y="63043"/>
                </a:cubicBezTo>
                <a:lnTo>
                  <a:pt x="0" y="76748"/>
                </a:lnTo>
                <a:cubicBezTo>
                  <a:pt x="0" y="110291"/>
                  <a:pt x="25114" y="137975"/>
                  <a:pt x="57561" y="142018"/>
                </a:cubicBezTo>
                <a:lnTo>
                  <a:pt x="57561" y="158978"/>
                </a:lnTo>
                <a:lnTo>
                  <a:pt x="41115" y="158978"/>
                </a:lnTo>
                <a:cubicBezTo>
                  <a:pt x="36558" y="158978"/>
                  <a:pt x="32892" y="162645"/>
                  <a:pt x="32892" y="167201"/>
                </a:cubicBezTo>
                <a:cubicBezTo>
                  <a:pt x="32892" y="171758"/>
                  <a:pt x="36558" y="175424"/>
                  <a:pt x="41115" y="175424"/>
                </a:cubicBezTo>
                <a:lnTo>
                  <a:pt x="90453" y="175424"/>
                </a:lnTo>
                <a:cubicBezTo>
                  <a:pt x="95010" y="175424"/>
                  <a:pt x="98676" y="171758"/>
                  <a:pt x="98676" y="167201"/>
                </a:cubicBezTo>
                <a:cubicBezTo>
                  <a:pt x="98676" y="162645"/>
                  <a:pt x="95010" y="158978"/>
                  <a:pt x="90453" y="158978"/>
                </a:cubicBezTo>
                <a:lnTo>
                  <a:pt x="74007" y="158978"/>
                </a:lnTo>
                <a:lnTo>
                  <a:pt x="74007" y="142018"/>
                </a:lnTo>
                <a:cubicBezTo>
                  <a:pt x="106454" y="137975"/>
                  <a:pt x="131568" y="110291"/>
                  <a:pt x="131568" y="76748"/>
                </a:cubicBezTo>
                <a:lnTo>
                  <a:pt x="131568" y="63043"/>
                </a:lnTo>
                <a:cubicBezTo>
                  <a:pt x="131568" y="58486"/>
                  <a:pt x="127902" y="54820"/>
                  <a:pt x="123345" y="54820"/>
                </a:cubicBezTo>
                <a:cubicBezTo>
                  <a:pt x="118788" y="54820"/>
                  <a:pt x="115122" y="58486"/>
                  <a:pt x="115122" y="63043"/>
                </a:cubicBezTo>
                <a:lnTo>
                  <a:pt x="115122" y="76748"/>
                </a:lnTo>
                <a:cubicBezTo>
                  <a:pt x="115122" y="103987"/>
                  <a:pt x="93023" y="126086"/>
                  <a:pt x="65784" y="126086"/>
                </a:cubicBezTo>
                <a:cubicBezTo>
                  <a:pt x="38545" y="126086"/>
                  <a:pt x="16446" y="103987"/>
                  <a:pt x="16446" y="76748"/>
                </a:cubicBezTo>
                <a:lnTo>
                  <a:pt x="16446" y="630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323175" y="6602872"/>
            <a:ext cx="1622676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Speech API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44410" y="6283593"/>
            <a:ext cx="1787575" cy="568375"/>
          </a:xfrm>
          <a:custGeom>
            <a:avLst/>
            <a:gdLst/>
            <a:ahLst/>
            <a:cxnLst/>
            <a:rect l="l" t="t" r="r" b="b"/>
            <a:pathLst>
              <a:path w="1787575" h="568375">
                <a:moveTo>
                  <a:pt x="35086" y="0"/>
                </a:moveTo>
                <a:lnTo>
                  <a:pt x="1752489" y="0"/>
                </a:lnTo>
                <a:cubicBezTo>
                  <a:pt x="1771867" y="0"/>
                  <a:pt x="1787575" y="15708"/>
                  <a:pt x="1787575" y="35086"/>
                </a:cubicBezTo>
                <a:lnTo>
                  <a:pt x="1787575" y="533289"/>
                </a:lnTo>
                <a:cubicBezTo>
                  <a:pt x="1787575" y="552667"/>
                  <a:pt x="1771867" y="568375"/>
                  <a:pt x="1752489" y="568375"/>
                </a:cubicBezTo>
                <a:lnTo>
                  <a:pt x="35086" y="568375"/>
                </a:lnTo>
                <a:cubicBezTo>
                  <a:pt x="15721" y="568375"/>
                  <a:pt x="0" y="552654"/>
                  <a:pt x="0" y="533289"/>
                </a:cubicBezTo>
                <a:lnTo>
                  <a:pt x="0" y="35086"/>
                </a:lnTo>
                <a:cubicBezTo>
                  <a:pt x="0" y="15708"/>
                  <a:pt x="15708" y="0"/>
                  <a:pt x="3508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30421" y="6392363"/>
            <a:ext cx="219281" cy="175424"/>
          </a:xfrm>
          <a:custGeom>
            <a:avLst/>
            <a:gdLst/>
            <a:ahLst/>
            <a:cxnLst/>
            <a:rect l="l" t="t" r="r" b="b"/>
            <a:pathLst>
              <a:path w="219281" h="175424">
                <a:moveTo>
                  <a:pt x="120604" y="0"/>
                </a:moveTo>
                <a:cubicBezTo>
                  <a:pt x="120604" y="-6064"/>
                  <a:pt x="115705" y="-10964"/>
                  <a:pt x="109640" y="-10964"/>
                </a:cubicBezTo>
                <a:cubicBezTo>
                  <a:pt x="103576" y="-10964"/>
                  <a:pt x="98676" y="-6064"/>
                  <a:pt x="98676" y="0"/>
                </a:cubicBezTo>
                <a:lnTo>
                  <a:pt x="98676" y="21928"/>
                </a:lnTo>
                <a:lnTo>
                  <a:pt x="65784" y="21928"/>
                </a:lnTo>
                <a:cubicBezTo>
                  <a:pt x="47625" y="21928"/>
                  <a:pt x="32892" y="36661"/>
                  <a:pt x="32892" y="54820"/>
                </a:cubicBezTo>
                <a:lnTo>
                  <a:pt x="32892" y="131568"/>
                </a:lnTo>
                <a:cubicBezTo>
                  <a:pt x="32892" y="149728"/>
                  <a:pt x="47625" y="164460"/>
                  <a:pt x="65784" y="164460"/>
                </a:cubicBezTo>
                <a:lnTo>
                  <a:pt x="153496" y="164460"/>
                </a:lnTo>
                <a:cubicBezTo>
                  <a:pt x="171656" y="164460"/>
                  <a:pt x="186388" y="149728"/>
                  <a:pt x="186388" y="131568"/>
                </a:cubicBezTo>
                <a:lnTo>
                  <a:pt x="186388" y="54820"/>
                </a:lnTo>
                <a:cubicBezTo>
                  <a:pt x="186388" y="36661"/>
                  <a:pt x="171656" y="21928"/>
                  <a:pt x="153496" y="21928"/>
                </a:cubicBezTo>
                <a:lnTo>
                  <a:pt x="120604" y="21928"/>
                </a:lnTo>
                <a:lnTo>
                  <a:pt x="120604" y="0"/>
                </a:lnTo>
                <a:close/>
                <a:moveTo>
                  <a:pt x="54820" y="126086"/>
                </a:moveTo>
                <a:cubicBezTo>
                  <a:pt x="54820" y="121529"/>
                  <a:pt x="58486" y="117863"/>
                  <a:pt x="63043" y="117863"/>
                </a:cubicBezTo>
                <a:lnTo>
                  <a:pt x="74007" y="117863"/>
                </a:lnTo>
                <a:cubicBezTo>
                  <a:pt x="78564" y="117863"/>
                  <a:pt x="82230" y="121529"/>
                  <a:pt x="82230" y="126086"/>
                </a:cubicBezTo>
                <a:cubicBezTo>
                  <a:pt x="82230" y="130643"/>
                  <a:pt x="78564" y="134309"/>
                  <a:pt x="74007" y="134309"/>
                </a:cubicBezTo>
                <a:lnTo>
                  <a:pt x="63043" y="134309"/>
                </a:lnTo>
                <a:cubicBezTo>
                  <a:pt x="58486" y="134309"/>
                  <a:pt x="54820" y="130643"/>
                  <a:pt x="54820" y="126086"/>
                </a:cubicBezTo>
                <a:close/>
                <a:moveTo>
                  <a:pt x="95935" y="126086"/>
                </a:moveTo>
                <a:cubicBezTo>
                  <a:pt x="95935" y="121529"/>
                  <a:pt x="99601" y="117863"/>
                  <a:pt x="104158" y="117863"/>
                </a:cubicBezTo>
                <a:lnTo>
                  <a:pt x="115122" y="117863"/>
                </a:lnTo>
                <a:cubicBezTo>
                  <a:pt x="119679" y="117863"/>
                  <a:pt x="123345" y="121529"/>
                  <a:pt x="123345" y="126086"/>
                </a:cubicBezTo>
                <a:cubicBezTo>
                  <a:pt x="123345" y="130643"/>
                  <a:pt x="119679" y="134309"/>
                  <a:pt x="115122" y="134309"/>
                </a:cubicBezTo>
                <a:lnTo>
                  <a:pt x="104158" y="134309"/>
                </a:lnTo>
                <a:cubicBezTo>
                  <a:pt x="99601" y="134309"/>
                  <a:pt x="95935" y="130643"/>
                  <a:pt x="95935" y="126086"/>
                </a:cubicBezTo>
                <a:close/>
                <a:moveTo>
                  <a:pt x="137050" y="126086"/>
                </a:moveTo>
                <a:cubicBezTo>
                  <a:pt x="137050" y="121529"/>
                  <a:pt x="140716" y="117863"/>
                  <a:pt x="145273" y="117863"/>
                </a:cubicBezTo>
                <a:lnTo>
                  <a:pt x="156237" y="117863"/>
                </a:lnTo>
                <a:cubicBezTo>
                  <a:pt x="160794" y="117863"/>
                  <a:pt x="164460" y="121529"/>
                  <a:pt x="164460" y="126086"/>
                </a:cubicBezTo>
                <a:cubicBezTo>
                  <a:pt x="164460" y="130643"/>
                  <a:pt x="160794" y="134309"/>
                  <a:pt x="156237" y="134309"/>
                </a:cubicBezTo>
                <a:lnTo>
                  <a:pt x="145273" y="134309"/>
                </a:lnTo>
                <a:cubicBezTo>
                  <a:pt x="140716" y="134309"/>
                  <a:pt x="137050" y="130643"/>
                  <a:pt x="137050" y="126086"/>
                </a:cubicBezTo>
                <a:close/>
                <a:moveTo>
                  <a:pt x="76748" y="60302"/>
                </a:moveTo>
                <a:cubicBezTo>
                  <a:pt x="85825" y="60302"/>
                  <a:pt x="93194" y="67671"/>
                  <a:pt x="93194" y="76748"/>
                </a:cubicBezTo>
                <a:cubicBezTo>
                  <a:pt x="93194" y="85825"/>
                  <a:pt x="85825" y="93194"/>
                  <a:pt x="76748" y="93194"/>
                </a:cubicBezTo>
                <a:cubicBezTo>
                  <a:pt x="67671" y="93194"/>
                  <a:pt x="60302" y="85825"/>
                  <a:pt x="60302" y="76748"/>
                </a:cubicBezTo>
                <a:cubicBezTo>
                  <a:pt x="60302" y="67671"/>
                  <a:pt x="67671" y="60302"/>
                  <a:pt x="76748" y="60302"/>
                </a:cubicBezTo>
                <a:close/>
                <a:moveTo>
                  <a:pt x="126086" y="76748"/>
                </a:moveTo>
                <a:cubicBezTo>
                  <a:pt x="126086" y="67671"/>
                  <a:pt x="133456" y="60302"/>
                  <a:pt x="142532" y="60302"/>
                </a:cubicBezTo>
                <a:cubicBezTo>
                  <a:pt x="151609" y="60302"/>
                  <a:pt x="158978" y="67671"/>
                  <a:pt x="158978" y="76748"/>
                </a:cubicBezTo>
                <a:cubicBezTo>
                  <a:pt x="158978" y="85825"/>
                  <a:pt x="151609" y="93194"/>
                  <a:pt x="142532" y="93194"/>
                </a:cubicBezTo>
                <a:cubicBezTo>
                  <a:pt x="133456" y="93194"/>
                  <a:pt x="126086" y="85825"/>
                  <a:pt x="126086" y="76748"/>
                </a:cubicBezTo>
                <a:close/>
                <a:moveTo>
                  <a:pt x="21928" y="76748"/>
                </a:moveTo>
                <a:cubicBezTo>
                  <a:pt x="21928" y="70684"/>
                  <a:pt x="17029" y="65784"/>
                  <a:pt x="10964" y="65784"/>
                </a:cubicBezTo>
                <a:cubicBezTo>
                  <a:pt x="4900" y="65784"/>
                  <a:pt x="0" y="70684"/>
                  <a:pt x="0" y="76748"/>
                </a:cubicBezTo>
                <a:lnTo>
                  <a:pt x="0" y="109640"/>
                </a:lnTo>
                <a:cubicBezTo>
                  <a:pt x="0" y="115705"/>
                  <a:pt x="4900" y="120604"/>
                  <a:pt x="10964" y="120604"/>
                </a:cubicBezTo>
                <a:cubicBezTo>
                  <a:pt x="17029" y="120604"/>
                  <a:pt x="21928" y="115705"/>
                  <a:pt x="21928" y="109640"/>
                </a:cubicBezTo>
                <a:lnTo>
                  <a:pt x="21928" y="76748"/>
                </a:lnTo>
                <a:close/>
                <a:moveTo>
                  <a:pt x="208317" y="65784"/>
                </a:moveTo>
                <a:cubicBezTo>
                  <a:pt x="202252" y="65784"/>
                  <a:pt x="197353" y="70684"/>
                  <a:pt x="197353" y="76748"/>
                </a:cubicBezTo>
                <a:lnTo>
                  <a:pt x="197353" y="109640"/>
                </a:lnTo>
                <a:cubicBezTo>
                  <a:pt x="197353" y="115705"/>
                  <a:pt x="202252" y="120604"/>
                  <a:pt x="208317" y="120604"/>
                </a:cubicBezTo>
                <a:cubicBezTo>
                  <a:pt x="214381" y="120604"/>
                  <a:pt x="219281" y="115705"/>
                  <a:pt x="219281" y="109640"/>
                </a:cubicBezTo>
                <a:lnTo>
                  <a:pt x="219281" y="76748"/>
                </a:lnTo>
                <a:cubicBezTo>
                  <a:pt x="219281" y="70684"/>
                  <a:pt x="214381" y="65784"/>
                  <a:pt x="208317" y="6578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Text 47"/>
          <p:cNvSpPr/>
          <p:nvPr/>
        </p:nvSpPr>
        <p:spPr>
          <a:xfrm>
            <a:off x="8226859" y="6602872"/>
            <a:ext cx="1622676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API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048094" y="6283593"/>
            <a:ext cx="1787575" cy="568375"/>
          </a:xfrm>
          <a:custGeom>
            <a:avLst/>
            <a:gdLst/>
            <a:ahLst/>
            <a:cxnLst/>
            <a:rect l="l" t="t" r="r" b="b"/>
            <a:pathLst>
              <a:path w="1787575" h="568375">
                <a:moveTo>
                  <a:pt x="35086" y="0"/>
                </a:moveTo>
                <a:lnTo>
                  <a:pt x="1752489" y="0"/>
                </a:lnTo>
                <a:cubicBezTo>
                  <a:pt x="1771867" y="0"/>
                  <a:pt x="1787575" y="15708"/>
                  <a:pt x="1787575" y="35086"/>
                </a:cubicBezTo>
                <a:lnTo>
                  <a:pt x="1787575" y="533289"/>
                </a:lnTo>
                <a:cubicBezTo>
                  <a:pt x="1787575" y="552667"/>
                  <a:pt x="1771867" y="568375"/>
                  <a:pt x="1752489" y="568375"/>
                </a:cubicBezTo>
                <a:lnTo>
                  <a:pt x="35086" y="568375"/>
                </a:lnTo>
                <a:cubicBezTo>
                  <a:pt x="15721" y="568375"/>
                  <a:pt x="0" y="552654"/>
                  <a:pt x="0" y="533289"/>
                </a:cubicBezTo>
                <a:lnTo>
                  <a:pt x="0" y="35086"/>
                </a:lnTo>
                <a:cubicBezTo>
                  <a:pt x="0" y="15708"/>
                  <a:pt x="15708" y="0"/>
                  <a:pt x="3508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45069" y="6392363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98676" y="10964"/>
                </a:moveTo>
                <a:cubicBezTo>
                  <a:pt x="70992" y="10964"/>
                  <a:pt x="48824" y="23573"/>
                  <a:pt x="32687" y="38580"/>
                </a:cubicBezTo>
                <a:cubicBezTo>
                  <a:pt x="16652" y="53484"/>
                  <a:pt x="5927" y="71266"/>
                  <a:pt x="822" y="83498"/>
                </a:cubicBezTo>
                <a:cubicBezTo>
                  <a:pt x="-308" y="86205"/>
                  <a:pt x="-308" y="89220"/>
                  <a:pt x="822" y="91927"/>
                </a:cubicBezTo>
                <a:cubicBezTo>
                  <a:pt x="5927" y="104158"/>
                  <a:pt x="16652" y="121975"/>
                  <a:pt x="32687" y="136845"/>
                </a:cubicBezTo>
                <a:cubicBezTo>
                  <a:pt x="48824" y="151818"/>
                  <a:pt x="70992" y="164460"/>
                  <a:pt x="98676" y="164460"/>
                </a:cubicBezTo>
                <a:cubicBezTo>
                  <a:pt x="126360" y="164460"/>
                  <a:pt x="148528" y="151852"/>
                  <a:pt x="164666" y="136845"/>
                </a:cubicBezTo>
                <a:cubicBezTo>
                  <a:pt x="180701" y="121941"/>
                  <a:pt x="191425" y="104158"/>
                  <a:pt x="196530" y="91927"/>
                </a:cubicBezTo>
                <a:cubicBezTo>
                  <a:pt x="197661" y="89220"/>
                  <a:pt x="197661" y="86205"/>
                  <a:pt x="196530" y="83498"/>
                </a:cubicBezTo>
                <a:cubicBezTo>
                  <a:pt x="191425" y="71266"/>
                  <a:pt x="180701" y="53450"/>
                  <a:pt x="164666" y="38580"/>
                </a:cubicBezTo>
                <a:cubicBezTo>
                  <a:pt x="148528" y="23607"/>
                  <a:pt x="126360" y="10964"/>
                  <a:pt x="98676" y="10964"/>
                </a:cubicBezTo>
                <a:close/>
                <a:moveTo>
                  <a:pt x="49338" y="87712"/>
                </a:moveTo>
                <a:cubicBezTo>
                  <a:pt x="49338" y="60482"/>
                  <a:pt x="71446" y="38374"/>
                  <a:pt x="98676" y="38374"/>
                </a:cubicBezTo>
                <a:cubicBezTo>
                  <a:pt x="125907" y="38374"/>
                  <a:pt x="148014" y="60482"/>
                  <a:pt x="148014" y="87712"/>
                </a:cubicBezTo>
                <a:cubicBezTo>
                  <a:pt x="148014" y="114943"/>
                  <a:pt x="125907" y="137050"/>
                  <a:pt x="98676" y="137050"/>
                </a:cubicBezTo>
                <a:cubicBezTo>
                  <a:pt x="71446" y="137050"/>
                  <a:pt x="49338" y="114943"/>
                  <a:pt x="49338" y="87712"/>
                </a:cubicBezTo>
                <a:close/>
                <a:moveTo>
                  <a:pt x="98676" y="65784"/>
                </a:moveTo>
                <a:cubicBezTo>
                  <a:pt x="98676" y="77879"/>
                  <a:pt x="88843" y="87712"/>
                  <a:pt x="76748" y="87712"/>
                </a:cubicBezTo>
                <a:cubicBezTo>
                  <a:pt x="72808" y="87712"/>
                  <a:pt x="69108" y="86684"/>
                  <a:pt x="65887" y="84834"/>
                </a:cubicBezTo>
                <a:cubicBezTo>
                  <a:pt x="65544" y="88569"/>
                  <a:pt x="65853" y="92406"/>
                  <a:pt x="66881" y="96209"/>
                </a:cubicBezTo>
                <a:cubicBezTo>
                  <a:pt x="71575" y="113752"/>
                  <a:pt x="89631" y="124168"/>
                  <a:pt x="107173" y="119474"/>
                </a:cubicBezTo>
                <a:cubicBezTo>
                  <a:pt x="124716" y="114780"/>
                  <a:pt x="135132" y="96723"/>
                  <a:pt x="130438" y="79181"/>
                </a:cubicBezTo>
                <a:cubicBezTo>
                  <a:pt x="126258" y="63523"/>
                  <a:pt x="111422" y="53552"/>
                  <a:pt x="95798" y="54923"/>
                </a:cubicBezTo>
                <a:cubicBezTo>
                  <a:pt x="97614" y="58109"/>
                  <a:pt x="98676" y="61810"/>
                  <a:pt x="98676" y="65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50"/>
          <p:cNvSpPr/>
          <p:nvPr/>
        </p:nvSpPr>
        <p:spPr>
          <a:xfrm>
            <a:off x="10130543" y="6602872"/>
            <a:ext cx="1622676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WebGazer.js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&amp; Use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89710"/>
            <a:ext cx="3646170" cy="5132070"/>
          </a:xfrm>
          <a:custGeom>
            <a:avLst/>
            <a:gdLst/>
            <a:ahLst/>
            <a:cxnLst/>
            <a:rect l="l" t="t" r="r" b="b"/>
            <a:pathLst>
              <a:path w="3646170" h="5132070">
                <a:moveTo>
                  <a:pt x="76205" y="0"/>
                </a:moveTo>
                <a:lnTo>
                  <a:pt x="3569965" y="0"/>
                </a:lnTo>
                <a:cubicBezTo>
                  <a:pt x="3612052" y="0"/>
                  <a:pt x="3646170" y="34118"/>
                  <a:pt x="3646170" y="76205"/>
                </a:cubicBezTo>
                <a:lnTo>
                  <a:pt x="3646170" y="5055865"/>
                </a:lnTo>
                <a:cubicBezTo>
                  <a:pt x="3646170" y="5097952"/>
                  <a:pt x="3612052" y="5132070"/>
                  <a:pt x="3569965" y="5132070"/>
                </a:cubicBezTo>
                <a:lnTo>
                  <a:pt x="76205" y="5132070"/>
                </a:lnTo>
                <a:cubicBezTo>
                  <a:pt x="34118" y="5132070"/>
                  <a:pt x="0" y="5097952"/>
                  <a:pt x="0" y="505586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7221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18745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836418"/>
            <a:ext cx="2038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ADHD Readers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24460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4617" y="26365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729" y="-8338"/>
                </a:moveTo>
                <a:cubicBezTo>
                  <a:pt x="10582" y="-11486"/>
                  <a:pt x="5492" y="-11486"/>
                  <a:pt x="2378" y="-8338"/>
                </a:cubicBezTo>
                <a:cubicBezTo>
                  <a:pt x="-737" y="-5190"/>
                  <a:pt x="-770" y="-100"/>
                  <a:pt x="2344" y="3047"/>
                </a:cubicBezTo>
                <a:lnTo>
                  <a:pt x="179152" y="179855"/>
                </a:lnTo>
                <a:cubicBezTo>
                  <a:pt x="182300" y="183003"/>
                  <a:pt x="187389" y="183003"/>
                  <a:pt x="190504" y="179855"/>
                </a:cubicBezTo>
                <a:cubicBezTo>
                  <a:pt x="193618" y="176707"/>
                  <a:pt x="193651" y="171617"/>
                  <a:pt x="190504" y="168503"/>
                </a:cubicBezTo>
                <a:lnTo>
                  <a:pt x="158223" y="136222"/>
                </a:lnTo>
                <a:cubicBezTo>
                  <a:pt x="159127" y="135419"/>
                  <a:pt x="160031" y="134615"/>
                  <a:pt x="160902" y="133811"/>
                </a:cubicBezTo>
                <a:cubicBezTo>
                  <a:pt x="176573" y="119245"/>
                  <a:pt x="187055" y="101865"/>
                  <a:pt x="192044" y="89911"/>
                </a:cubicBezTo>
                <a:cubicBezTo>
                  <a:pt x="193149" y="87265"/>
                  <a:pt x="193149" y="84319"/>
                  <a:pt x="192044" y="81673"/>
                </a:cubicBezTo>
                <a:cubicBezTo>
                  <a:pt x="187055" y="69719"/>
                  <a:pt x="176573" y="52306"/>
                  <a:pt x="160902" y="37773"/>
                </a:cubicBezTo>
                <a:cubicBezTo>
                  <a:pt x="145130" y="23139"/>
                  <a:pt x="123464" y="10783"/>
                  <a:pt x="96407" y="10783"/>
                </a:cubicBezTo>
                <a:cubicBezTo>
                  <a:pt x="77387" y="10783"/>
                  <a:pt x="61046" y="16877"/>
                  <a:pt x="47517" y="25584"/>
                </a:cubicBezTo>
                <a:lnTo>
                  <a:pt x="13729" y="-8338"/>
                </a:lnTo>
                <a:close/>
                <a:moveTo>
                  <a:pt x="68480" y="46446"/>
                </a:moveTo>
                <a:cubicBezTo>
                  <a:pt x="76349" y="40820"/>
                  <a:pt x="86026" y="37505"/>
                  <a:pt x="96441" y="37505"/>
                </a:cubicBezTo>
                <a:cubicBezTo>
                  <a:pt x="123062" y="37505"/>
                  <a:pt x="144661" y="59103"/>
                  <a:pt x="144661" y="85725"/>
                </a:cubicBezTo>
                <a:cubicBezTo>
                  <a:pt x="144661" y="96139"/>
                  <a:pt x="141346" y="105783"/>
                  <a:pt x="135720" y="113686"/>
                </a:cubicBezTo>
                <a:lnTo>
                  <a:pt x="124100" y="102066"/>
                </a:lnTo>
                <a:cubicBezTo>
                  <a:pt x="128353" y="94900"/>
                  <a:pt x="129793" y="86093"/>
                  <a:pt x="127482" y="77387"/>
                </a:cubicBezTo>
                <a:cubicBezTo>
                  <a:pt x="122895" y="60242"/>
                  <a:pt x="105248" y="50062"/>
                  <a:pt x="88103" y="54650"/>
                </a:cubicBezTo>
                <a:cubicBezTo>
                  <a:pt x="85223" y="55420"/>
                  <a:pt x="82510" y="56558"/>
                  <a:pt x="80066" y="57998"/>
                </a:cubicBezTo>
                <a:lnTo>
                  <a:pt x="68446" y="46379"/>
                </a:lnTo>
                <a:close/>
                <a:moveTo>
                  <a:pt x="108931" y="132304"/>
                </a:moveTo>
                <a:cubicBezTo>
                  <a:pt x="104946" y="133376"/>
                  <a:pt x="100760" y="133945"/>
                  <a:pt x="96441" y="133945"/>
                </a:cubicBezTo>
                <a:cubicBezTo>
                  <a:pt x="69819" y="133945"/>
                  <a:pt x="48220" y="112347"/>
                  <a:pt x="48220" y="85725"/>
                </a:cubicBezTo>
                <a:cubicBezTo>
                  <a:pt x="48220" y="81405"/>
                  <a:pt x="48790" y="77219"/>
                  <a:pt x="49861" y="73235"/>
                </a:cubicBezTo>
                <a:lnTo>
                  <a:pt x="23240" y="46613"/>
                </a:lnTo>
                <a:cubicBezTo>
                  <a:pt x="12323" y="58936"/>
                  <a:pt x="4822" y="71996"/>
                  <a:pt x="837" y="81606"/>
                </a:cubicBezTo>
                <a:cubicBezTo>
                  <a:pt x="-268" y="84252"/>
                  <a:pt x="-268" y="87198"/>
                  <a:pt x="837" y="89844"/>
                </a:cubicBezTo>
                <a:cubicBezTo>
                  <a:pt x="5827" y="101798"/>
                  <a:pt x="16308" y="119211"/>
                  <a:pt x="31979" y="133744"/>
                </a:cubicBezTo>
                <a:cubicBezTo>
                  <a:pt x="47752" y="148378"/>
                  <a:pt x="69417" y="160734"/>
                  <a:pt x="96474" y="160734"/>
                </a:cubicBezTo>
                <a:cubicBezTo>
                  <a:pt x="108965" y="160734"/>
                  <a:pt x="120316" y="158089"/>
                  <a:pt x="130463" y="153836"/>
                </a:cubicBezTo>
                <a:lnTo>
                  <a:pt x="108965" y="13233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1023461" y="2598418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3461" y="2865118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Removes distractions that break concentration—ads, sidebars, popups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" y="35509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9854" y="37414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5482" y="105482"/>
                </a:moveTo>
                <a:lnTo>
                  <a:pt x="158524" y="33453"/>
                </a:lnTo>
                <a:lnTo>
                  <a:pt x="148713" y="23641"/>
                </a:lnTo>
                <a:lnTo>
                  <a:pt x="76684" y="76684"/>
                </a:lnTo>
                <a:lnTo>
                  <a:pt x="105482" y="105482"/>
                </a:lnTo>
                <a:close/>
                <a:moveTo>
                  <a:pt x="42863" y="107156"/>
                </a:moveTo>
                <a:lnTo>
                  <a:pt x="42863" y="107156"/>
                </a:lnTo>
                <a:lnTo>
                  <a:pt x="42863" y="83147"/>
                </a:lnTo>
                <a:cubicBezTo>
                  <a:pt x="42863" y="78023"/>
                  <a:pt x="45274" y="73235"/>
                  <a:pt x="49392" y="70221"/>
                </a:cubicBezTo>
                <a:lnTo>
                  <a:pt x="140843" y="2813"/>
                </a:lnTo>
                <a:cubicBezTo>
                  <a:pt x="143321" y="971"/>
                  <a:pt x="146335" y="0"/>
                  <a:pt x="149416" y="0"/>
                </a:cubicBezTo>
                <a:cubicBezTo>
                  <a:pt x="153233" y="0"/>
                  <a:pt x="156883" y="1507"/>
                  <a:pt x="159596" y="4219"/>
                </a:cubicBezTo>
                <a:lnTo>
                  <a:pt x="177946" y="22570"/>
                </a:lnTo>
                <a:cubicBezTo>
                  <a:pt x="180659" y="25282"/>
                  <a:pt x="182166" y="28932"/>
                  <a:pt x="182166" y="32783"/>
                </a:cubicBezTo>
                <a:cubicBezTo>
                  <a:pt x="182166" y="35864"/>
                  <a:pt x="181195" y="38878"/>
                  <a:pt x="179353" y="41356"/>
                </a:cubicBezTo>
                <a:lnTo>
                  <a:pt x="111978" y="132773"/>
                </a:lnTo>
                <a:cubicBezTo>
                  <a:pt x="108965" y="136892"/>
                  <a:pt x="104142" y="139303"/>
                  <a:pt x="99053" y="139303"/>
                </a:cubicBezTo>
                <a:lnTo>
                  <a:pt x="75043" y="139303"/>
                </a:lnTo>
                <a:lnTo>
                  <a:pt x="66537" y="147809"/>
                </a:lnTo>
                <a:cubicBezTo>
                  <a:pt x="62352" y="151994"/>
                  <a:pt x="55554" y="151994"/>
                  <a:pt x="51368" y="147809"/>
                </a:cubicBezTo>
                <a:lnTo>
                  <a:pt x="34390" y="130831"/>
                </a:lnTo>
                <a:cubicBezTo>
                  <a:pt x="30205" y="126645"/>
                  <a:pt x="30205" y="119848"/>
                  <a:pt x="34390" y="115662"/>
                </a:cubicBezTo>
                <a:lnTo>
                  <a:pt x="42863" y="107156"/>
                </a:lnTo>
                <a:close/>
                <a:moveTo>
                  <a:pt x="2344" y="156147"/>
                </a:moveTo>
                <a:lnTo>
                  <a:pt x="19656" y="138834"/>
                </a:lnTo>
                <a:lnTo>
                  <a:pt x="43298" y="162476"/>
                </a:lnTo>
                <a:lnTo>
                  <a:pt x="36701" y="169072"/>
                </a:lnTo>
                <a:cubicBezTo>
                  <a:pt x="35194" y="170579"/>
                  <a:pt x="33151" y="171417"/>
                  <a:pt x="31008" y="171417"/>
                </a:cubicBezTo>
                <a:lnTo>
                  <a:pt x="8037" y="171450"/>
                </a:lnTo>
                <a:cubicBezTo>
                  <a:pt x="3583" y="171450"/>
                  <a:pt x="0" y="167867"/>
                  <a:pt x="0" y="163413"/>
                </a:cubicBezTo>
                <a:lnTo>
                  <a:pt x="0" y="161839"/>
                </a:lnTo>
                <a:cubicBezTo>
                  <a:pt x="0" y="159696"/>
                  <a:pt x="837" y="157654"/>
                  <a:pt x="2344" y="15614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20247" y="3703318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 Highlight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0247" y="3970018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your place when your mind wanders. Never lose your spot again.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" y="46558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3667" y="48463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7505"/>
                </a:moveTo>
                <a:cubicBezTo>
                  <a:pt x="0" y="23608"/>
                  <a:pt x="10582" y="12189"/>
                  <a:pt x="24110" y="10850"/>
                </a:cubicBezTo>
                <a:lnTo>
                  <a:pt x="24110" y="10716"/>
                </a:lnTo>
                <a:lnTo>
                  <a:pt x="117872" y="10716"/>
                </a:lnTo>
                <a:cubicBezTo>
                  <a:pt x="135620" y="10716"/>
                  <a:pt x="150019" y="25115"/>
                  <a:pt x="150019" y="42863"/>
                </a:cubicBezTo>
                <a:lnTo>
                  <a:pt x="150019" y="101798"/>
                </a:lnTo>
                <a:lnTo>
                  <a:pt x="91083" y="101798"/>
                </a:lnTo>
                <a:cubicBezTo>
                  <a:pt x="77755" y="101798"/>
                  <a:pt x="66973" y="112581"/>
                  <a:pt x="66973" y="125909"/>
                </a:cubicBezTo>
                <a:lnTo>
                  <a:pt x="66973" y="146000"/>
                </a:lnTo>
                <a:cubicBezTo>
                  <a:pt x="66973" y="154138"/>
                  <a:pt x="60376" y="160734"/>
                  <a:pt x="52239" y="160734"/>
                </a:cubicBezTo>
                <a:cubicBezTo>
                  <a:pt x="44101" y="160734"/>
                  <a:pt x="37505" y="154138"/>
                  <a:pt x="37505" y="146000"/>
                </a:cubicBezTo>
                <a:lnTo>
                  <a:pt x="37505" y="69652"/>
                </a:lnTo>
                <a:lnTo>
                  <a:pt x="16073" y="69652"/>
                </a:lnTo>
                <a:cubicBezTo>
                  <a:pt x="7200" y="69652"/>
                  <a:pt x="0" y="62452"/>
                  <a:pt x="0" y="53578"/>
                </a:cubicBezTo>
                <a:lnTo>
                  <a:pt x="0" y="37505"/>
                </a:lnTo>
                <a:close/>
                <a:moveTo>
                  <a:pt x="79296" y="160734"/>
                </a:moveTo>
                <a:cubicBezTo>
                  <a:pt x="81673" y="156348"/>
                  <a:pt x="83046" y="151325"/>
                  <a:pt x="83046" y="146000"/>
                </a:cubicBezTo>
                <a:lnTo>
                  <a:pt x="83046" y="125909"/>
                </a:lnTo>
                <a:cubicBezTo>
                  <a:pt x="83046" y="121455"/>
                  <a:pt x="86629" y="117872"/>
                  <a:pt x="91083" y="117872"/>
                </a:cubicBezTo>
                <a:lnTo>
                  <a:pt x="174129" y="117872"/>
                </a:lnTo>
                <a:cubicBezTo>
                  <a:pt x="178583" y="117872"/>
                  <a:pt x="182166" y="121455"/>
                  <a:pt x="182166" y="125909"/>
                </a:cubicBezTo>
                <a:lnTo>
                  <a:pt x="182166" y="133945"/>
                </a:lnTo>
                <a:cubicBezTo>
                  <a:pt x="182166" y="148746"/>
                  <a:pt x="170178" y="160734"/>
                  <a:pt x="155377" y="160734"/>
                </a:cubicBezTo>
                <a:lnTo>
                  <a:pt x="79296" y="160734"/>
                </a:lnTo>
                <a:close/>
                <a:moveTo>
                  <a:pt x="26789" y="26789"/>
                </a:moveTo>
                <a:cubicBezTo>
                  <a:pt x="20862" y="26789"/>
                  <a:pt x="16073" y="31578"/>
                  <a:pt x="16073" y="37505"/>
                </a:cubicBezTo>
                <a:lnTo>
                  <a:pt x="16073" y="53578"/>
                </a:lnTo>
                <a:lnTo>
                  <a:pt x="37505" y="53578"/>
                </a:lnTo>
                <a:lnTo>
                  <a:pt x="37505" y="37505"/>
                </a:lnTo>
                <a:cubicBezTo>
                  <a:pt x="37505" y="31578"/>
                  <a:pt x="32716" y="26789"/>
                  <a:pt x="26789" y="2678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2990" y="480821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Scroll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2990" y="5074918"/>
            <a:ext cx="2657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reading flow without manual scrolling effort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" y="5764528"/>
            <a:ext cx="3179445" cy="617220"/>
          </a:xfrm>
          <a:custGeom>
            <a:avLst/>
            <a:gdLst/>
            <a:ahLst/>
            <a:cxnLst/>
            <a:rect l="l" t="t" r="r" b="b"/>
            <a:pathLst>
              <a:path w="3179445" h="617220">
                <a:moveTo>
                  <a:pt x="76202" y="0"/>
                </a:moveTo>
                <a:lnTo>
                  <a:pt x="3103243" y="0"/>
                </a:lnTo>
                <a:cubicBezTo>
                  <a:pt x="3145328" y="0"/>
                  <a:pt x="3179445" y="34117"/>
                  <a:pt x="3179445" y="76202"/>
                </a:cubicBezTo>
                <a:lnTo>
                  <a:pt x="3179445" y="541018"/>
                </a:lnTo>
                <a:cubicBezTo>
                  <a:pt x="3179445" y="583103"/>
                  <a:pt x="3145328" y="617220"/>
                  <a:pt x="31032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802" y="5882646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"Finally, I can read without getting distracted every 30 seconds"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71010" y="1489710"/>
            <a:ext cx="3646170" cy="5132070"/>
          </a:xfrm>
          <a:custGeom>
            <a:avLst/>
            <a:gdLst/>
            <a:ahLst/>
            <a:cxnLst/>
            <a:rect l="l" t="t" r="r" b="b"/>
            <a:pathLst>
              <a:path w="3646170" h="5132070">
                <a:moveTo>
                  <a:pt x="76205" y="0"/>
                </a:moveTo>
                <a:lnTo>
                  <a:pt x="3569965" y="0"/>
                </a:lnTo>
                <a:cubicBezTo>
                  <a:pt x="3612052" y="0"/>
                  <a:pt x="3646170" y="34118"/>
                  <a:pt x="3646170" y="76205"/>
                </a:cubicBezTo>
                <a:lnTo>
                  <a:pt x="3646170" y="5055865"/>
                </a:lnTo>
                <a:cubicBezTo>
                  <a:pt x="3646170" y="5097952"/>
                  <a:pt x="3612052" y="5132070"/>
                  <a:pt x="3569965" y="5132070"/>
                </a:cubicBezTo>
                <a:lnTo>
                  <a:pt x="76205" y="5132070"/>
                </a:lnTo>
                <a:cubicBezTo>
                  <a:pt x="34118" y="5132070"/>
                  <a:pt x="0" y="5097952"/>
                  <a:pt x="0" y="505586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03420" y="17221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55820" y="18745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189220" y="1836418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Dyslexic Readers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3420" y="24460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62964" y="263651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cubicBezTo>
                  <a:pt x="0" y="27358"/>
                  <a:pt x="4789" y="32147"/>
                  <a:pt x="10716" y="32147"/>
                </a:cubicBezTo>
                <a:lnTo>
                  <a:pt x="21431" y="32147"/>
                </a:lnTo>
                <a:lnTo>
                  <a:pt x="21431" y="139303"/>
                </a:lnTo>
                <a:lnTo>
                  <a:pt x="10716" y="139303"/>
                </a:lnTo>
                <a:cubicBezTo>
                  <a:pt x="4789" y="139303"/>
                  <a:pt x="0" y="144092"/>
                  <a:pt x="0" y="150019"/>
                </a:cubicBezTo>
                <a:cubicBezTo>
                  <a:pt x="0" y="155946"/>
                  <a:pt x="4789" y="160734"/>
                  <a:pt x="10716" y="160734"/>
                </a:cubicBezTo>
                <a:lnTo>
                  <a:pt x="85725" y="160734"/>
                </a:lnTo>
                <a:cubicBezTo>
                  <a:pt x="109400" y="160734"/>
                  <a:pt x="128588" y="141547"/>
                  <a:pt x="128588" y="117872"/>
                </a:cubicBezTo>
                <a:cubicBezTo>
                  <a:pt x="128588" y="102301"/>
                  <a:pt x="120283" y="88638"/>
                  <a:pt x="107826" y="81137"/>
                </a:cubicBezTo>
                <a:cubicBezTo>
                  <a:pt x="114088" y="73670"/>
                  <a:pt x="117872" y="64059"/>
                  <a:pt x="117872" y="53578"/>
                </a:cubicBezTo>
                <a:cubicBezTo>
                  <a:pt x="117872" y="29903"/>
                  <a:pt x="98684" y="10716"/>
                  <a:pt x="75009" y="10716"/>
                </a:cubicBezTo>
                <a:lnTo>
                  <a:pt x="10716" y="10716"/>
                </a:lnTo>
                <a:close/>
                <a:moveTo>
                  <a:pt x="96441" y="53578"/>
                </a:moveTo>
                <a:cubicBezTo>
                  <a:pt x="96441" y="65399"/>
                  <a:pt x="86830" y="75009"/>
                  <a:pt x="75009" y="75009"/>
                </a:cubicBezTo>
                <a:lnTo>
                  <a:pt x="42863" y="75009"/>
                </a:lnTo>
                <a:lnTo>
                  <a:pt x="42863" y="32147"/>
                </a:lnTo>
                <a:lnTo>
                  <a:pt x="75009" y="32147"/>
                </a:lnTo>
                <a:cubicBezTo>
                  <a:pt x="86830" y="32147"/>
                  <a:pt x="96441" y="41757"/>
                  <a:pt x="96441" y="53578"/>
                </a:cubicBezTo>
                <a:close/>
                <a:moveTo>
                  <a:pt x="42863" y="139303"/>
                </a:moveTo>
                <a:lnTo>
                  <a:pt x="42863" y="96441"/>
                </a:lnTo>
                <a:lnTo>
                  <a:pt x="85725" y="96441"/>
                </a:lnTo>
                <a:cubicBezTo>
                  <a:pt x="97546" y="96441"/>
                  <a:pt x="107156" y="106051"/>
                  <a:pt x="107156" y="117872"/>
                </a:cubicBezTo>
                <a:cubicBezTo>
                  <a:pt x="107156" y="129693"/>
                  <a:pt x="97546" y="139303"/>
                  <a:pt x="85725" y="139303"/>
                </a:cubicBezTo>
                <a:lnTo>
                  <a:pt x="42863" y="13930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912995" y="2598418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Bionic Reading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12995" y="2865118"/>
            <a:ext cx="268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visual anchors preventing line skipping and improving speed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03420" y="35509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55820" y="374141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5470" y="16978"/>
                </a:moveTo>
                <a:cubicBezTo>
                  <a:pt x="93728" y="13160"/>
                  <a:pt x="89911" y="10716"/>
                  <a:pt x="85725" y="10716"/>
                </a:cubicBezTo>
                <a:cubicBezTo>
                  <a:pt x="81539" y="10716"/>
                  <a:pt x="77722" y="13160"/>
                  <a:pt x="75980" y="16978"/>
                </a:cubicBezTo>
                <a:lnTo>
                  <a:pt x="19924" y="139303"/>
                </a:lnTo>
                <a:lnTo>
                  <a:pt x="16073" y="139303"/>
                </a:lnTo>
                <a:cubicBezTo>
                  <a:pt x="10146" y="139303"/>
                  <a:pt x="5358" y="144092"/>
                  <a:pt x="5358" y="150019"/>
                </a:cubicBezTo>
                <a:cubicBezTo>
                  <a:pt x="5358" y="155946"/>
                  <a:pt x="10146" y="160734"/>
                  <a:pt x="16073" y="160734"/>
                </a:cubicBezTo>
                <a:lnTo>
                  <a:pt x="45541" y="160734"/>
                </a:lnTo>
                <a:cubicBezTo>
                  <a:pt x="51468" y="160734"/>
                  <a:pt x="56257" y="155946"/>
                  <a:pt x="56257" y="150019"/>
                </a:cubicBezTo>
                <a:cubicBezTo>
                  <a:pt x="56257" y="144092"/>
                  <a:pt x="51468" y="139303"/>
                  <a:pt x="45541" y="139303"/>
                </a:cubicBezTo>
                <a:lnTo>
                  <a:pt x="43499" y="139303"/>
                </a:lnTo>
                <a:lnTo>
                  <a:pt x="50866" y="123230"/>
                </a:lnTo>
                <a:lnTo>
                  <a:pt x="120618" y="123230"/>
                </a:lnTo>
                <a:lnTo>
                  <a:pt x="127985" y="139303"/>
                </a:lnTo>
                <a:lnTo>
                  <a:pt x="125942" y="139303"/>
                </a:lnTo>
                <a:cubicBezTo>
                  <a:pt x="120015" y="139303"/>
                  <a:pt x="115226" y="144092"/>
                  <a:pt x="115226" y="150019"/>
                </a:cubicBezTo>
                <a:cubicBezTo>
                  <a:pt x="115226" y="155946"/>
                  <a:pt x="120015" y="160734"/>
                  <a:pt x="125942" y="160734"/>
                </a:cubicBezTo>
                <a:lnTo>
                  <a:pt x="155410" y="160734"/>
                </a:lnTo>
                <a:cubicBezTo>
                  <a:pt x="161337" y="160734"/>
                  <a:pt x="166126" y="155946"/>
                  <a:pt x="166126" y="150019"/>
                </a:cubicBezTo>
                <a:cubicBezTo>
                  <a:pt x="166126" y="144092"/>
                  <a:pt x="161337" y="139303"/>
                  <a:pt x="155410" y="139303"/>
                </a:cubicBezTo>
                <a:lnTo>
                  <a:pt x="151559" y="139303"/>
                </a:lnTo>
                <a:lnTo>
                  <a:pt x="95503" y="16978"/>
                </a:lnTo>
                <a:close/>
                <a:moveTo>
                  <a:pt x="110773" y="101798"/>
                </a:moveTo>
                <a:lnTo>
                  <a:pt x="60677" y="101798"/>
                </a:lnTo>
                <a:lnTo>
                  <a:pt x="85725" y="47149"/>
                </a:lnTo>
                <a:lnTo>
                  <a:pt x="110773" y="10179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944666" y="370331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Dyslexia Theme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44666" y="3970018"/>
            <a:ext cx="2657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OpenDyslexic font with optimized spacing and contrast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03420" y="46558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34389" y="484631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78683" y="10883"/>
                </a:moveTo>
                <a:cubicBezTo>
                  <a:pt x="175234" y="8070"/>
                  <a:pt x="170178" y="8606"/>
                  <a:pt x="167365" y="12055"/>
                </a:cubicBezTo>
                <a:cubicBezTo>
                  <a:pt x="164552" y="15504"/>
                  <a:pt x="165088" y="20561"/>
                  <a:pt x="168537" y="23373"/>
                </a:cubicBezTo>
                <a:cubicBezTo>
                  <a:pt x="186686" y="38107"/>
                  <a:pt x="198239" y="60543"/>
                  <a:pt x="198239" y="85725"/>
                </a:cubicBezTo>
                <a:cubicBezTo>
                  <a:pt x="198239" y="110907"/>
                  <a:pt x="186686" y="133343"/>
                  <a:pt x="168537" y="148110"/>
                </a:cubicBezTo>
                <a:cubicBezTo>
                  <a:pt x="165088" y="150923"/>
                  <a:pt x="164585" y="155979"/>
                  <a:pt x="167365" y="159428"/>
                </a:cubicBezTo>
                <a:cubicBezTo>
                  <a:pt x="170144" y="162878"/>
                  <a:pt x="175234" y="163380"/>
                  <a:pt x="178683" y="160600"/>
                </a:cubicBezTo>
                <a:cubicBezTo>
                  <a:pt x="200416" y="142886"/>
                  <a:pt x="214313" y="115930"/>
                  <a:pt x="214313" y="85725"/>
                </a:cubicBezTo>
                <a:cubicBezTo>
                  <a:pt x="214313" y="55520"/>
                  <a:pt x="200416" y="28530"/>
                  <a:pt x="178683" y="10883"/>
                </a:cubicBezTo>
                <a:close/>
                <a:moveTo>
                  <a:pt x="158424" y="35830"/>
                </a:moveTo>
                <a:cubicBezTo>
                  <a:pt x="154975" y="33018"/>
                  <a:pt x="149918" y="33553"/>
                  <a:pt x="147105" y="37002"/>
                </a:cubicBezTo>
                <a:cubicBezTo>
                  <a:pt x="144293" y="40451"/>
                  <a:pt x="144828" y="45508"/>
                  <a:pt x="148277" y="48321"/>
                </a:cubicBezTo>
                <a:cubicBezTo>
                  <a:pt x="159161" y="57161"/>
                  <a:pt x="166092" y="70623"/>
                  <a:pt x="166092" y="85725"/>
                </a:cubicBezTo>
                <a:cubicBezTo>
                  <a:pt x="166092" y="100827"/>
                  <a:pt x="159161" y="114289"/>
                  <a:pt x="148277" y="123163"/>
                </a:cubicBezTo>
                <a:cubicBezTo>
                  <a:pt x="144828" y="125976"/>
                  <a:pt x="144326" y="131032"/>
                  <a:pt x="147105" y="134481"/>
                </a:cubicBezTo>
                <a:cubicBezTo>
                  <a:pt x="149885" y="137930"/>
                  <a:pt x="154975" y="138432"/>
                  <a:pt x="158424" y="135653"/>
                </a:cubicBezTo>
                <a:cubicBezTo>
                  <a:pt x="172890" y="123866"/>
                  <a:pt x="182166" y="105884"/>
                  <a:pt x="182166" y="85758"/>
                </a:cubicBezTo>
                <a:cubicBezTo>
                  <a:pt x="182166" y="65633"/>
                  <a:pt x="172890" y="47651"/>
                  <a:pt x="158424" y="35864"/>
                </a:cubicBezTo>
                <a:close/>
                <a:moveTo>
                  <a:pt x="138165" y="60778"/>
                </a:moveTo>
                <a:cubicBezTo>
                  <a:pt x="134715" y="57965"/>
                  <a:pt x="129659" y="58501"/>
                  <a:pt x="126846" y="61950"/>
                </a:cubicBezTo>
                <a:cubicBezTo>
                  <a:pt x="124033" y="65399"/>
                  <a:pt x="124569" y="70455"/>
                  <a:pt x="128018" y="73268"/>
                </a:cubicBezTo>
                <a:cubicBezTo>
                  <a:pt x="131635" y="76215"/>
                  <a:pt x="133945" y="80702"/>
                  <a:pt x="133945" y="85725"/>
                </a:cubicBezTo>
                <a:cubicBezTo>
                  <a:pt x="133945" y="90748"/>
                  <a:pt x="131635" y="95235"/>
                  <a:pt x="128018" y="98215"/>
                </a:cubicBezTo>
                <a:cubicBezTo>
                  <a:pt x="124569" y="101028"/>
                  <a:pt x="124067" y="106085"/>
                  <a:pt x="126846" y="109534"/>
                </a:cubicBezTo>
                <a:cubicBezTo>
                  <a:pt x="129626" y="112983"/>
                  <a:pt x="134715" y="113485"/>
                  <a:pt x="138165" y="110706"/>
                </a:cubicBezTo>
                <a:cubicBezTo>
                  <a:pt x="145364" y="104779"/>
                  <a:pt x="150019" y="95804"/>
                  <a:pt x="150019" y="85725"/>
                </a:cubicBezTo>
                <a:cubicBezTo>
                  <a:pt x="150019" y="75646"/>
                  <a:pt x="145364" y="66671"/>
                  <a:pt x="138165" y="60778"/>
                </a:cubicBezTo>
                <a:close/>
                <a:moveTo>
                  <a:pt x="26789" y="117872"/>
                </a:moveTo>
                <a:lnTo>
                  <a:pt x="42863" y="117872"/>
                </a:lnTo>
                <a:lnTo>
                  <a:pt x="87768" y="157788"/>
                </a:lnTo>
                <a:cubicBezTo>
                  <a:pt x="89911" y="159696"/>
                  <a:pt x="92657" y="160734"/>
                  <a:pt x="95503" y="160734"/>
                </a:cubicBezTo>
                <a:cubicBezTo>
                  <a:pt x="101932" y="160734"/>
                  <a:pt x="107156" y="155511"/>
                  <a:pt x="107156" y="149081"/>
                </a:cubicBezTo>
                <a:lnTo>
                  <a:pt x="107156" y="22369"/>
                </a:lnTo>
                <a:cubicBezTo>
                  <a:pt x="107156" y="15939"/>
                  <a:pt x="101932" y="10716"/>
                  <a:pt x="95503" y="10716"/>
                </a:cubicBezTo>
                <a:cubicBezTo>
                  <a:pt x="92657" y="10716"/>
                  <a:pt x="89911" y="11754"/>
                  <a:pt x="87768" y="13662"/>
                </a:cubicBezTo>
                <a:lnTo>
                  <a:pt x="42863" y="53578"/>
                </a:lnTo>
                <a:lnTo>
                  <a:pt x="26789" y="53578"/>
                </a:lnTo>
                <a:cubicBezTo>
                  <a:pt x="17915" y="53578"/>
                  <a:pt x="10716" y="60778"/>
                  <a:pt x="10716" y="69652"/>
                </a:cubicBezTo>
                <a:lnTo>
                  <a:pt x="10716" y="101798"/>
                </a:lnTo>
                <a:cubicBezTo>
                  <a:pt x="10716" y="110672"/>
                  <a:pt x="17915" y="117872"/>
                  <a:pt x="26789" y="1178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942880" y="480821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to Speech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42880" y="5074918"/>
            <a:ext cx="2657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support for difficult words with visual highlighting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07230" y="5764528"/>
            <a:ext cx="3179445" cy="617220"/>
          </a:xfrm>
          <a:custGeom>
            <a:avLst/>
            <a:gdLst/>
            <a:ahLst/>
            <a:cxnLst/>
            <a:rect l="l" t="t" r="r" b="b"/>
            <a:pathLst>
              <a:path w="3179445" h="617220">
                <a:moveTo>
                  <a:pt x="76202" y="0"/>
                </a:moveTo>
                <a:lnTo>
                  <a:pt x="3103243" y="0"/>
                </a:lnTo>
                <a:cubicBezTo>
                  <a:pt x="3145328" y="0"/>
                  <a:pt x="3179445" y="34117"/>
                  <a:pt x="3179445" y="76202"/>
                </a:cubicBezTo>
                <a:lnTo>
                  <a:pt x="3179445" y="541018"/>
                </a:lnTo>
                <a:cubicBezTo>
                  <a:pt x="3179445" y="583103"/>
                  <a:pt x="3145328" y="617220"/>
                  <a:pt x="31032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2003" y="5882646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bionic reading feature is a game-changer for me"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57210" y="1489710"/>
            <a:ext cx="3646170" cy="5132070"/>
          </a:xfrm>
          <a:custGeom>
            <a:avLst/>
            <a:gdLst/>
            <a:ahLst/>
            <a:cxnLst/>
            <a:rect l="l" t="t" r="r" b="b"/>
            <a:pathLst>
              <a:path w="3646170" h="5132070">
                <a:moveTo>
                  <a:pt x="76205" y="0"/>
                </a:moveTo>
                <a:lnTo>
                  <a:pt x="3569965" y="0"/>
                </a:lnTo>
                <a:cubicBezTo>
                  <a:pt x="3612052" y="0"/>
                  <a:pt x="3646170" y="34118"/>
                  <a:pt x="3646170" y="76205"/>
                </a:cubicBezTo>
                <a:lnTo>
                  <a:pt x="3646170" y="5055865"/>
                </a:lnTo>
                <a:cubicBezTo>
                  <a:pt x="3646170" y="5097952"/>
                  <a:pt x="3612052" y="5132070"/>
                  <a:pt x="3569965" y="5132070"/>
                </a:cubicBezTo>
                <a:lnTo>
                  <a:pt x="76205" y="5132070"/>
                </a:lnTo>
                <a:cubicBezTo>
                  <a:pt x="34118" y="5132070"/>
                  <a:pt x="0" y="5097952"/>
                  <a:pt x="0" y="505586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89620" y="17221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513445" y="187451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9075420" y="1836418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Everyone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9620" y="24460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34876" y="263651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8853250" y="2598418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Summarizer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53250" y="2865118"/>
            <a:ext cx="2638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Quickly extracts key information from any article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89620" y="35509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40829" y="37414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729" y="-8338"/>
                </a:moveTo>
                <a:cubicBezTo>
                  <a:pt x="10582" y="-11486"/>
                  <a:pt x="5492" y="-11486"/>
                  <a:pt x="2378" y="-8338"/>
                </a:cubicBezTo>
                <a:cubicBezTo>
                  <a:pt x="-737" y="-5190"/>
                  <a:pt x="-770" y="-100"/>
                  <a:pt x="2344" y="3047"/>
                </a:cubicBezTo>
                <a:lnTo>
                  <a:pt x="179152" y="179855"/>
                </a:lnTo>
                <a:cubicBezTo>
                  <a:pt x="182300" y="183003"/>
                  <a:pt x="187389" y="183003"/>
                  <a:pt x="190504" y="179855"/>
                </a:cubicBezTo>
                <a:cubicBezTo>
                  <a:pt x="193618" y="176707"/>
                  <a:pt x="193651" y="171617"/>
                  <a:pt x="190504" y="168503"/>
                </a:cubicBezTo>
                <a:lnTo>
                  <a:pt x="158223" y="136222"/>
                </a:lnTo>
                <a:cubicBezTo>
                  <a:pt x="159127" y="135419"/>
                  <a:pt x="160031" y="134615"/>
                  <a:pt x="160902" y="133811"/>
                </a:cubicBezTo>
                <a:cubicBezTo>
                  <a:pt x="176573" y="119245"/>
                  <a:pt x="187055" y="101865"/>
                  <a:pt x="192044" y="89911"/>
                </a:cubicBezTo>
                <a:cubicBezTo>
                  <a:pt x="193149" y="87265"/>
                  <a:pt x="193149" y="84319"/>
                  <a:pt x="192044" y="81673"/>
                </a:cubicBezTo>
                <a:cubicBezTo>
                  <a:pt x="187055" y="69719"/>
                  <a:pt x="176573" y="52306"/>
                  <a:pt x="160902" y="37773"/>
                </a:cubicBezTo>
                <a:cubicBezTo>
                  <a:pt x="145130" y="23139"/>
                  <a:pt x="123464" y="10783"/>
                  <a:pt x="96407" y="10783"/>
                </a:cubicBezTo>
                <a:cubicBezTo>
                  <a:pt x="77387" y="10783"/>
                  <a:pt x="61046" y="16877"/>
                  <a:pt x="47517" y="25584"/>
                </a:cubicBezTo>
                <a:lnTo>
                  <a:pt x="13729" y="-8338"/>
                </a:lnTo>
                <a:close/>
                <a:moveTo>
                  <a:pt x="68480" y="46446"/>
                </a:moveTo>
                <a:cubicBezTo>
                  <a:pt x="76349" y="40820"/>
                  <a:pt x="86026" y="37505"/>
                  <a:pt x="96441" y="37505"/>
                </a:cubicBezTo>
                <a:cubicBezTo>
                  <a:pt x="123062" y="37505"/>
                  <a:pt x="144661" y="59103"/>
                  <a:pt x="144661" y="85725"/>
                </a:cubicBezTo>
                <a:cubicBezTo>
                  <a:pt x="144661" y="96139"/>
                  <a:pt x="141346" y="105783"/>
                  <a:pt x="135720" y="113686"/>
                </a:cubicBezTo>
                <a:lnTo>
                  <a:pt x="124100" y="102066"/>
                </a:lnTo>
                <a:cubicBezTo>
                  <a:pt x="128353" y="94900"/>
                  <a:pt x="129793" y="86093"/>
                  <a:pt x="127482" y="77387"/>
                </a:cubicBezTo>
                <a:cubicBezTo>
                  <a:pt x="122895" y="60242"/>
                  <a:pt x="105248" y="50062"/>
                  <a:pt x="88103" y="54650"/>
                </a:cubicBezTo>
                <a:cubicBezTo>
                  <a:pt x="85223" y="55420"/>
                  <a:pt x="82510" y="56558"/>
                  <a:pt x="80066" y="57998"/>
                </a:cubicBezTo>
                <a:lnTo>
                  <a:pt x="68446" y="46379"/>
                </a:lnTo>
                <a:close/>
                <a:moveTo>
                  <a:pt x="108931" y="132304"/>
                </a:moveTo>
                <a:cubicBezTo>
                  <a:pt x="104946" y="133376"/>
                  <a:pt x="100760" y="133945"/>
                  <a:pt x="96441" y="133945"/>
                </a:cubicBezTo>
                <a:cubicBezTo>
                  <a:pt x="69819" y="133945"/>
                  <a:pt x="48220" y="112347"/>
                  <a:pt x="48220" y="85725"/>
                </a:cubicBezTo>
                <a:cubicBezTo>
                  <a:pt x="48220" y="81405"/>
                  <a:pt x="48790" y="77219"/>
                  <a:pt x="49861" y="73235"/>
                </a:cubicBezTo>
                <a:lnTo>
                  <a:pt x="23240" y="46613"/>
                </a:lnTo>
                <a:cubicBezTo>
                  <a:pt x="12323" y="58936"/>
                  <a:pt x="4822" y="71996"/>
                  <a:pt x="837" y="81606"/>
                </a:cubicBezTo>
                <a:cubicBezTo>
                  <a:pt x="-268" y="84252"/>
                  <a:pt x="-268" y="87198"/>
                  <a:pt x="837" y="89844"/>
                </a:cubicBezTo>
                <a:cubicBezTo>
                  <a:pt x="5827" y="101798"/>
                  <a:pt x="16308" y="119211"/>
                  <a:pt x="31979" y="133744"/>
                </a:cubicBezTo>
                <a:cubicBezTo>
                  <a:pt x="47752" y="148378"/>
                  <a:pt x="69417" y="160734"/>
                  <a:pt x="96474" y="160734"/>
                </a:cubicBezTo>
                <a:cubicBezTo>
                  <a:pt x="108965" y="160734"/>
                  <a:pt x="120316" y="158089"/>
                  <a:pt x="130463" y="153836"/>
                </a:cubicBezTo>
                <a:lnTo>
                  <a:pt x="108965" y="13233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8842057" y="3703318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Mode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42057" y="3970018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clean reading environment free from clutter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89620" y="4655818"/>
            <a:ext cx="3181350" cy="952500"/>
          </a:xfrm>
          <a:custGeom>
            <a:avLst/>
            <a:gdLst/>
            <a:ahLst/>
            <a:cxnLst/>
            <a:rect l="l" t="t" r="r" b="b"/>
            <a:pathLst>
              <a:path w="3181350" h="952500">
                <a:moveTo>
                  <a:pt x="76200" y="0"/>
                </a:moveTo>
                <a:lnTo>
                  <a:pt x="3105150" y="0"/>
                </a:lnTo>
                <a:cubicBezTo>
                  <a:pt x="3147206" y="0"/>
                  <a:pt x="3181350" y="34144"/>
                  <a:pt x="3181350" y="76200"/>
                </a:cubicBezTo>
                <a:lnTo>
                  <a:pt x="3181350" y="876300"/>
                </a:lnTo>
                <a:cubicBezTo>
                  <a:pt x="3181350" y="918356"/>
                  <a:pt x="3147206" y="952500"/>
                  <a:pt x="31051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46782" y="484631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86026"/>
                  <a:pt x="171450" y="86328"/>
                  <a:pt x="171450" y="86629"/>
                </a:cubicBezTo>
                <a:cubicBezTo>
                  <a:pt x="171316" y="98852"/>
                  <a:pt x="160199" y="107156"/>
                  <a:pt x="147976" y="107156"/>
                </a:cubicBezTo>
                <a:lnTo>
                  <a:pt x="115193" y="107156"/>
                </a:lnTo>
                <a:cubicBezTo>
                  <a:pt x="106319" y="107156"/>
                  <a:pt x="99120" y="114356"/>
                  <a:pt x="99120" y="123230"/>
                </a:cubicBezTo>
                <a:cubicBezTo>
                  <a:pt x="99120" y="124368"/>
                  <a:pt x="99253" y="125473"/>
                  <a:pt x="99454" y="126545"/>
                </a:cubicBezTo>
                <a:cubicBezTo>
                  <a:pt x="100158" y="129960"/>
                  <a:pt x="101631" y="133242"/>
                  <a:pt x="103071" y="136557"/>
                </a:cubicBezTo>
                <a:cubicBezTo>
                  <a:pt x="105114" y="141178"/>
                  <a:pt x="107123" y="145766"/>
                  <a:pt x="107123" y="150622"/>
                </a:cubicBezTo>
                <a:cubicBezTo>
                  <a:pt x="107123" y="161270"/>
                  <a:pt x="99890" y="170948"/>
                  <a:pt x="89241" y="171383"/>
                </a:cubicBezTo>
                <a:cubicBezTo>
                  <a:pt x="88069" y="171417"/>
                  <a:pt x="86897" y="171450"/>
                  <a:pt x="85692" y="171450"/>
                </a:cubicBezTo>
                <a:cubicBezTo>
                  <a:pt x="38342" y="171450"/>
                  <a:pt x="-33" y="133075"/>
                  <a:pt x="-33" y="85725"/>
                </a:cubicBezTo>
                <a:cubicBezTo>
                  <a:pt x="-33" y="38375"/>
                  <a:pt x="38375" y="0"/>
                  <a:pt x="85725" y="0"/>
                </a:cubicBezTo>
                <a:cubicBezTo>
                  <a:pt x="133075" y="0"/>
                  <a:pt x="171450" y="38375"/>
                  <a:pt x="171450" y="85725"/>
                </a:cubicBezTo>
                <a:close/>
                <a:moveTo>
                  <a:pt x="42863" y="96441"/>
                </a:moveTo>
                <a:cubicBezTo>
                  <a:pt x="42863" y="90527"/>
                  <a:pt x="38061" y="85725"/>
                  <a:pt x="32147" y="85725"/>
                </a:cubicBezTo>
                <a:cubicBezTo>
                  <a:pt x="26233" y="85725"/>
                  <a:pt x="21431" y="90527"/>
                  <a:pt x="21431" y="96441"/>
                </a:cubicBezTo>
                <a:cubicBezTo>
                  <a:pt x="21431" y="102355"/>
                  <a:pt x="26233" y="107156"/>
                  <a:pt x="32147" y="107156"/>
                </a:cubicBezTo>
                <a:cubicBezTo>
                  <a:pt x="38061" y="107156"/>
                  <a:pt x="42863" y="102355"/>
                  <a:pt x="42863" y="96441"/>
                </a:cubicBezTo>
                <a:close/>
                <a:moveTo>
                  <a:pt x="42863" y="64294"/>
                </a:moveTo>
                <a:cubicBezTo>
                  <a:pt x="48777" y="64294"/>
                  <a:pt x="53578" y="59492"/>
                  <a:pt x="53578" y="53578"/>
                </a:cubicBezTo>
                <a:cubicBezTo>
                  <a:pt x="53578" y="47664"/>
                  <a:pt x="48777" y="42863"/>
                  <a:pt x="42863" y="42863"/>
                </a:cubicBezTo>
                <a:cubicBezTo>
                  <a:pt x="36948" y="42863"/>
                  <a:pt x="32147" y="47664"/>
                  <a:pt x="32147" y="53578"/>
                </a:cubicBezTo>
                <a:cubicBezTo>
                  <a:pt x="32147" y="59492"/>
                  <a:pt x="36948" y="64294"/>
                  <a:pt x="42863" y="64294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128588" y="64294"/>
                </a:moveTo>
                <a:cubicBezTo>
                  <a:pt x="134502" y="64294"/>
                  <a:pt x="139303" y="59492"/>
                  <a:pt x="139303" y="53578"/>
                </a:cubicBezTo>
                <a:cubicBezTo>
                  <a:pt x="139303" y="47664"/>
                  <a:pt x="134502" y="42863"/>
                  <a:pt x="128588" y="42863"/>
                </a:cubicBezTo>
                <a:cubicBezTo>
                  <a:pt x="122673" y="42863"/>
                  <a:pt x="117872" y="47664"/>
                  <a:pt x="117872" y="53578"/>
                </a:cubicBezTo>
                <a:cubicBezTo>
                  <a:pt x="117872" y="59492"/>
                  <a:pt x="122673" y="64294"/>
                  <a:pt x="128588" y="6429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8839081" y="4808218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Themes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839081" y="5074918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eye strain with customizable color schemes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93430" y="5764528"/>
            <a:ext cx="3179445" cy="617220"/>
          </a:xfrm>
          <a:custGeom>
            <a:avLst/>
            <a:gdLst/>
            <a:ahLst/>
            <a:cxnLst/>
            <a:rect l="l" t="t" r="r" b="b"/>
            <a:pathLst>
              <a:path w="3179445" h="617220">
                <a:moveTo>
                  <a:pt x="76202" y="0"/>
                </a:moveTo>
                <a:lnTo>
                  <a:pt x="3103243" y="0"/>
                </a:lnTo>
                <a:cubicBezTo>
                  <a:pt x="3145328" y="0"/>
                  <a:pt x="3179445" y="34117"/>
                  <a:pt x="3179445" y="76202"/>
                </a:cubicBezTo>
                <a:lnTo>
                  <a:pt x="3179445" y="541018"/>
                </a:lnTo>
                <a:cubicBezTo>
                  <a:pt x="3179445" y="583103"/>
                  <a:pt x="3145328" y="617220"/>
                  <a:pt x="31032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78203" y="5882646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use it even though I don't have dyslexia—it's just better reading"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neural-networks-human-brain-d-illustration-abstract-nerve-centers-electrical-impulses-brain-bright-full-color-neural-145006318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4361" b="436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3881" y="357193"/>
            <a:ext cx="1522095" cy="426720"/>
          </a:xfrm>
          <a:custGeom>
            <a:avLst/>
            <a:gdLst/>
            <a:ahLst/>
            <a:cxnLst/>
            <a:rect l="l" t="t" r="r" b="b"/>
            <a:pathLst>
              <a:path w="1522095" h="426720">
                <a:moveTo>
                  <a:pt x="213360" y="0"/>
                </a:moveTo>
                <a:lnTo>
                  <a:pt x="1308735" y="0"/>
                </a:lnTo>
                <a:cubicBezTo>
                  <a:pt x="1426570" y="0"/>
                  <a:pt x="1522095" y="95525"/>
                  <a:pt x="1522095" y="213360"/>
                </a:cubicBezTo>
                <a:lnTo>
                  <a:pt x="1522095" y="213360"/>
                </a:lnTo>
                <a:cubicBezTo>
                  <a:pt x="1522095" y="331195"/>
                  <a:pt x="1426570" y="426720"/>
                  <a:pt x="130873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23429" y="475301"/>
            <a:ext cx="11450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NEUROREAD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74106" y="1016319"/>
            <a:ext cx="7448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Making the Web Accessible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Everyone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67366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5"/>
          <p:cNvSpPr/>
          <p:nvPr/>
        </p:nvSpPr>
        <p:spPr>
          <a:xfrm>
            <a:off x="2557582" y="3325179"/>
            <a:ext cx="2150745" cy="1531620"/>
          </a:xfrm>
          <a:custGeom>
            <a:avLst/>
            <a:gdLst/>
            <a:ahLst/>
            <a:cxnLst/>
            <a:rect l="l" t="t" r="r" b="b"/>
            <a:pathLst>
              <a:path w="2150745" h="1531620">
                <a:moveTo>
                  <a:pt x="76198" y="0"/>
                </a:moveTo>
                <a:lnTo>
                  <a:pt x="2074547" y="0"/>
                </a:lnTo>
                <a:cubicBezTo>
                  <a:pt x="2116630" y="0"/>
                  <a:pt x="2150745" y="34115"/>
                  <a:pt x="2150745" y="76198"/>
                </a:cubicBezTo>
                <a:lnTo>
                  <a:pt x="2150745" y="1455422"/>
                </a:lnTo>
                <a:cubicBezTo>
                  <a:pt x="2150745" y="1497505"/>
                  <a:pt x="2116630" y="1531620"/>
                  <a:pt x="2074547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75692" y="3557588"/>
            <a:ext cx="191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7129" y="4090987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the population has 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difference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0628" y="3325179"/>
            <a:ext cx="2150745" cy="1531620"/>
          </a:xfrm>
          <a:custGeom>
            <a:avLst/>
            <a:gdLst/>
            <a:ahLst/>
            <a:cxnLst/>
            <a:rect l="l" t="t" r="r" b="b"/>
            <a:pathLst>
              <a:path w="2150745" h="1531620">
                <a:moveTo>
                  <a:pt x="76198" y="0"/>
                </a:moveTo>
                <a:lnTo>
                  <a:pt x="2074547" y="0"/>
                </a:lnTo>
                <a:cubicBezTo>
                  <a:pt x="2116630" y="0"/>
                  <a:pt x="2150745" y="34115"/>
                  <a:pt x="2150745" y="76198"/>
                </a:cubicBezTo>
                <a:lnTo>
                  <a:pt x="2150745" y="1455422"/>
                </a:lnTo>
                <a:cubicBezTo>
                  <a:pt x="2150745" y="1497505"/>
                  <a:pt x="2116630" y="1531620"/>
                  <a:pt x="2074547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38738" y="3557588"/>
            <a:ext cx="191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10175" y="4090987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websites have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issues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83674" y="3325179"/>
            <a:ext cx="2150745" cy="1531620"/>
          </a:xfrm>
          <a:custGeom>
            <a:avLst/>
            <a:gdLst/>
            <a:ahLst/>
            <a:cxnLst/>
            <a:rect l="l" t="t" r="r" b="b"/>
            <a:pathLst>
              <a:path w="2150745" h="1531620">
                <a:moveTo>
                  <a:pt x="76198" y="0"/>
                </a:moveTo>
                <a:lnTo>
                  <a:pt x="2074547" y="0"/>
                </a:lnTo>
                <a:cubicBezTo>
                  <a:pt x="2116630" y="0"/>
                  <a:pt x="2150745" y="34115"/>
                  <a:pt x="2150745" y="76198"/>
                </a:cubicBezTo>
                <a:lnTo>
                  <a:pt x="2150745" y="1455422"/>
                </a:lnTo>
                <a:cubicBezTo>
                  <a:pt x="2150745" y="1497505"/>
                  <a:pt x="2116630" y="1531620"/>
                  <a:pt x="2074547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01784" y="3557588"/>
            <a:ext cx="191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73221" y="4090987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for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inclusive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166705" y="5245416"/>
            <a:ext cx="5855970" cy="1255395"/>
          </a:xfrm>
          <a:custGeom>
            <a:avLst/>
            <a:gdLst/>
            <a:ahLst/>
            <a:cxnLst/>
            <a:rect l="l" t="t" r="r" b="b"/>
            <a:pathLst>
              <a:path w="5855970" h="1255395">
                <a:moveTo>
                  <a:pt x="76202" y="0"/>
                </a:moveTo>
                <a:lnTo>
                  <a:pt x="5779768" y="0"/>
                </a:lnTo>
                <a:cubicBezTo>
                  <a:pt x="5821853" y="0"/>
                  <a:pt x="5855970" y="34117"/>
                  <a:pt x="5855970" y="76202"/>
                </a:cubicBezTo>
                <a:lnTo>
                  <a:pt x="5855970" y="1179193"/>
                </a:lnTo>
                <a:cubicBezTo>
                  <a:pt x="5855970" y="1221278"/>
                  <a:pt x="5821853" y="1255395"/>
                  <a:pt x="5779768" y="1255395"/>
                </a:cubicBezTo>
                <a:lnTo>
                  <a:pt x="76202" y="1255395"/>
                </a:lnTo>
                <a:cubicBezTo>
                  <a:pt x="34117" y="1255395"/>
                  <a:pt x="0" y="1221278"/>
                  <a:pt x="0" y="117919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7690" y="55311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3684865" y="5477833"/>
            <a:ext cx="5162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with love for the neurodivergent community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56253" y="6001708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 for Infinity 2K26 | Problem Statement 01: NeuroInclusive Tech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NeuroRead - Making the Web Accessible for ADHD &amp; Dyslexic Minds</dc:title>
  <dc:subject>NeuroRead - Making the Web Accessible for ADHD &amp; Dyslexic Minds</dc:subject>
  <dc:creator>Kimi</dc:creator>
  <cp:lastModifiedBy>Kimi</cp:lastModifiedBy>
  <cp:revision>1</cp:revision>
  <dcterms:created xsi:type="dcterms:W3CDTF">2026-06-30T14:32:18Z</dcterms:created>
  <dcterms:modified xsi:type="dcterms:W3CDTF">2026-06-30T14:32:18Z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{"Label":"NeuroRead - Making the Web Accessible for ADHD &amp; Dyslexic Minds","ContentProducer":"001191110108MACG2KBH8F10000","ProduceID":"19cc7865-75e2-80f3-8000-0000d130dae8","ReservedCode1":"","ContentPropagator":"001191110108MACG2KBH8F20000","PropagateID":"19cc7865-75e2-80f3-8000-0000d130dae8","ReservedCode2":""}</vt:lpwstr>
  </property>
</Properties>
</file>